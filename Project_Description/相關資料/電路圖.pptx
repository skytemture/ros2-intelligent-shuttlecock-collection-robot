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0" r:id="rId2"/>
    <p:sldId id="261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1334F-60E6-406E-84E2-518257F03516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9F481-6228-439E-9D4E-CD02DE6ED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5648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9F481-6228-439E-9D4E-CD02DE6ED86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0440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E4462F-A002-314D-5001-95BDF7DEC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15029BC-AB4A-7D9E-1DCB-AD4994540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FC3F55-6E39-2D79-1AB0-CBCDCED6A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9A58-8E9E-4BDD-AFCF-72DD8AE7208D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BB1C3D-2084-9A2F-2B54-9D87625F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08D984-2E38-4827-124F-B7020DF74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D56-E70B-4EBA-9049-F72763DAAC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917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120E9E-D8DB-5D1E-D843-F59A555B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6D1C93-BC0A-8880-71DF-7B5081C1D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87AD89-E921-6452-51C6-A52640F9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9A58-8E9E-4BDD-AFCF-72DD8AE7208D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2AA53A-3B4D-58F4-6ADB-F00A52B3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55F9B1-8061-5430-D2C2-5E9EF1C23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D56-E70B-4EBA-9049-F72763DAAC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375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71A3A3-D451-F780-5D97-7F75A4FC7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894D07B-9ECE-BA9C-8398-CBA7A262F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41398B-6C5A-27B3-8388-10BC00C11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9A58-8E9E-4BDD-AFCF-72DD8AE7208D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B92594-DB80-B3F2-A43C-C1DD889B7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944119-39CA-0893-BCF0-947757488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D56-E70B-4EBA-9049-F72763DAAC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9900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24D26E-745F-7655-95AE-CC983877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BD900C-6429-9D0B-25C6-4EF3349C3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965FCE8-39E9-9C53-B53A-A2E557527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B9D664B-25C1-10B2-6AC6-A62BFD23B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9A58-8E9E-4BDD-AFCF-72DD8AE7208D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F859A1C-E53B-E5EF-B23C-3E783F0CE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695100-06D3-A50A-4F8F-87AE2C91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D56-E70B-4EBA-9049-F72763DAAC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875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1009F6-67B0-A5B4-3C67-370348352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DE75F9-C402-5CBD-4F8E-40E5045B9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F5A0F28-7234-8DC3-B46F-FCBFC60BF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8171784-E327-95E6-5AEB-8F7783703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270D675-A689-43F9-D3CC-BC51E01443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3DA9C3D-5B03-3F66-C259-911281710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9A58-8E9E-4BDD-AFCF-72DD8AE7208D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1356109-3E30-3AE1-E950-7F41FAB17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69C57CF-B49A-F31A-B24C-94BD57D35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D56-E70B-4EBA-9049-F72763DAAC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870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4BA9BC-27B0-33DF-B748-F6CB0281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C3238C9-D8A1-0A63-B39B-734778FC5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9A58-8E9E-4BDD-AFCF-72DD8AE7208D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9449A10-FE7C-0863-C047-DBE6B4F8A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04BDEF1-B7B0-CC9F-0A07-19D0848E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D56-E70B-4EBA-9049-F72763DAAC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8727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CF80190-2564-E81C-8DE8-F593322DE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9A58-8E9E-4BDD-AFCF-72DD8AE7208D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C9E5232-7E51-3734-27DB-AFEAE9AF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3F7960-D3C6-BAD4-E0D2-542861502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D56-E70B-4EBA-9049-F72763DAAC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2113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F1D4A5-6F35-C502-936B-5F55F3CB9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DC1827-7005-E244-1F84-0AB2EAC41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A56981F-FA1E-C8DA-F250-A8DC30DC6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E09D45B-E1D7-3423-4A01-C961B1C30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9A58-8E9E-4BDD-AFCF-72DD8AE7208D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EF8A3C-B581-B240-1E0E-42D22CC90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4FDEE1D-96FB-F4B1-986A-824EA651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D56-E70B-4EBA-9049-F72763DAAC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2649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FC91C1-2EC1-8EB3-2365-DCCD443FE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900CCFF-842D-44FC-492A-68CF7E7D9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540DFE4-1447-4216-43CB-D27C4A486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B07D549-A4EA-B5EF-7B0B-B9EC538B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9A58-8E9E-4BDD-AFCF-72DD8AE7208D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D6310D-B678-1D20-418B-3E07595E3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14820B1-FBF6-79E9-47FA-DC52DC37F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D56-E70B-4EBA-9049-F72763DAAC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6290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F574C2-42A1-40FE-0C25-66CB42344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676E271-1F49-9325-DA15-8132546ED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CF73A1-D519-AA61-9EA3-6321F7626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9A58-8E9E-4BDD-AFCF-72DD8AE7208D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343228-588A-1404-837A-F9F96B3FE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7450C2-8723-6CA6-185D-BE0E16DFB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D56-E70B-4EBA-9049-F72763DAAC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30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3AB9925-48D3-8371-D0C6-E4FFED54E5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BBD3F1A-09BE-5329-F0E3-53B1CA81B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200F49-987C-100D-294E-BB6A13EDA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9A58-8E9E-4BDD-AFCF-72DD8AE7208D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0825F1-5D64-6C19-AF68-19C009C3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21AAA8-22F1-881D-19C8-D6B713E8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FD56-E70B-4EBA-9049-F72763DAAC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231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78E55EA-13E3-5F9B-48A6-8A07B90B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4FCEE9-9BB1-BE3E-5ED7-5EEC5F6D5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28EF49-5F42-6234-3105-629DA57C2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59A58-8E9E-4BDD-AFCF-72DD8AE7208D}" type="datetimeFigureOut">
              <a:rPr lang="zh-TW" altLang="en-US" smtClean="0"/>
              <a:t>2025/11/21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191A62-155C-8A36-0DD3-54DF0B4DE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FFA79A6-244B-9283-BCEC-6E92B95D2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DFD56-E70B-4EBA-9049-F72763DAAC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476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F78DC-78F4-0A33-E793-CEF787FA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6C95E9D8-75CB-8088-6FE3-A2218BF3D5F0}"/>
              </a:ext>
            </a:extLst>
          </p:cNvPr>
          <p:cNvCxnSpPr>
            <a:cxnSpLocks/>
          </p:cNvCxnSpPr>
          <p:nvPr/>
        </p:nvCxnSpPr>
        <p:spPr>
          <a:xfrm flipH="1">
            <a:off x="5384726" y="1239694"/>
            <a:ext cx="2219" cy="46163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接點: 肘形 101">
            <a:extLst>
              <a:ext uri="{FF2B5EF4-FFF2-40B4-BE49-F238E27FC236}">
                <a16:creationId xmlns:a16="http://schemas.microsoft.com/office/drawing/2014/main" id="{B1948040-104B-4654-C6D6-CDC64D3BAA21}"/>
              </a:ext>
            </a:extLst>
          </p:cNvPr>
          <p:cNvCxnSpPr>
            <a:endCxn id="59" idx="2"/>
          </p:cNvCxnSpPr>
          <p:nvPr/>
        </p:nvCxnSpPr>
        <p:spPr>
          <a:xfrm flipV="1">
            <a:off x="6816127" y="5452392"/>
            <a:ext cx="2720292" cy="213304"/>
          </a:xfrm>
          <a:prstGeom prst="bentConnector3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接點: 肘形 103">
            <a:extLst>
              <a:ext uri="{FF2B5EF4-FFF2-40B4-BE49-F238E27FC236}">
                <a16:creationId xmlns:a16="http://schemas.microsoft.com/office/drawing/2014/main" id="{0641337E-4DF7-E453-8E97-DAD354E699DA}"/>
              </a:ext>
            </a:extLst>
          </p:cNvPr>
          <p:cNvCxnSpPr>
            <a:cxnSpLocks/>
          </p:cNvCxnSpPr>
          <p:nvPr/>
        </p:nvCxnSpPr>
        <p:spPr>
          <a:xfrm flipV="1">
            <a:off x="6816127" y="5728878"/>
            <a:ext cx="2800948" cy="332899"/>
          </a:xfrm>
          <a:prstGeom prst="bentConnector3">
            <a:avLst>
              <a:gd name="adj1" fmla="val 58842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接點: 肘形 86">
            <a:extLst>
              <a:ext uri="{FF2B5EF4-FFF2-40B4-BE49-F238E27FC236}">
                <a16:creationId xmlns:a16="http://schemas.microsoft.com/office/drawing/2014/main" id="{C424B9E8-B81E-7A4B-051F-88BC9A9A3A83}"/>
              </a:ext>
            </a:extLst>
          </p:cNvPr>
          <p:cNvCxnSpPr>
            <a:cxnSpLocks/>
            <a:endCxn id="55" idx="2"/>
          </p:cNvCxnSpPr>
          <p:nvPr/>
        </p:nvCxnSpPr>
        <p:spPr>
          <a:xfrm flipV="1">
            <a:off x="6406073" y="3839140"/>
            <a:ext cx="3072637" cy="922012"/>
          </a:xfrm>
          <a:prstGeom prst="bentConnector3">
            <a:avLst>
              <a:gd name="adj1" fmla="val 50000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接點: 肘形 96">
            <a:extLst>
              <a:ext uri="{FF2B5EF4-FFF2-40B4-BE49-F238E27FC236}">
                <a16:creationId xmlns:a16="http://schemas.microsoft.com/office/drawing/2014/main" id="{0F32CF2E-577C-AAD1-A05B-CA6D8147A81B}"/>
              </a:ext>
            </a:extLst>
          </p:cNvPr>
          <p:cNvCxnSpPr/>
          <p:nvPr/>
        </p:nvCxnSpPr>
        <p:spPr>
          <a:xfrm flipV="1">
            <a:off x="6406073" y="4120887"/>
            <a:ext cx="3130346" cy="977476"/>
          </a:xfrm>
          <a:prstGeom prst="bentConnector3">
            <a:avLst>
              <a:gd name="adj1" fmla="val 57732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FD27E906-4FC1-D69B-DF3F-6728E4115147}"/>
              </a:ext>
            </a:extLst>
          </p:cNvPr>
          <p:cNvCxnSpPr/>
          <p:nvPr/>
        </p:nvCxnSpPr>
        <p:spPr>
          <a:xfrm>
            <a:off x="5943600" y="2261387"/>
            <a:ext cx="0" cy="78910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F34AC53B-FC92-4C61-08CD-B6CAC7DDFB19}"/>
              </a:ext>
            </a:extLst>
          </p:cNvPr>
          <p:cNvCxnSpPr>
            <a:cxnSpLocks/>
          </p:cNvCxnSpPr>
          <p:nvPr/>
        </p:nvCxnSpPr>
        <p:spPr>
          <a:xfrm>
            <a:off x="6131112" y="2261387"/>
            <a:ext cx="0" cy="78910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DAA3583E-4454-2DB8-F75E-5A071A89C343}"/>
              </a:ext>
            </a:extLst>
          </p:cNvPr>
          <p:cNvCxnSpPr>
            <a:endCxn id="42" idx="0"/>
          </p:cNvCxnSpPr>
          <p:nvPr/>
        </p:nvCxnSpPr>
        <p:spPr>
          <a:xfrm>
            <a:off x="6422713" y="2261387"/>
            <a:ext cx="0" cy="7891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B8BEDB50-7CBA-35F0-5B0E-C78A573055A0}"/>
              </a:ext>
            </a:extLst>
          </p:cNvPr>
          <p:cNvCxnSpPr/>
          <p:nvPr/>
        </p:nvCxnSpPr>
        <p:spPr>
          <a:xfrm>
            <a:off x="6664013" y="2261387"/>
            <a:ext cx="0" cy="7891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295F00AC-C735-8EC5-A8D9-C9306D84CC09}"/>
              </a:ext>
            </a:extLst>
          </p:cNvPr>
          <p:cNvCxnSpPr/>
          <p:nvPr/>
        </p:nvCxnSpPr>
        <p:spPr>
          <a:xfrm>
            <a:off x="6937063" y="2261387"/>
            <a:ext cx="0" cy="7891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707133F1-FBEF-57CB-59A1-CC490C70C80F}"/>
              </a:ext>
            </a:extLst>
          </p:cNvPr>
          <p:cNvCxnSpPr>
            <a:cxnSpLocks/>
            <a:stCxn id="14" idx="4"/>
          </p:cNvCxnSpPr>
          <p:nvPr/>
        </p:nvCxnSpPr>
        <p:spPr>
          <a:xfrm flipV="1">
            <a:off x="2295028" y="4356847"/>
            <a:ext cx="536819" cy="507549"/>
          </a:xfrm>
          <a:prstGeom prst="bentConnector3">
            <a:avLst>
              <a:gd name="adj1" fmla="val 99681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E9601C2B-F378-E4F0-E5E8-B05D7E765A81}"/>
              </a:ext>
            </a:extLst>
          </p:cNvPr>
          <p:cNvCxnSpPr>
            <a:cxnSpLocks/>
            <a:stCxn id="10" idx="0"/>
            <a:endCxn id="9" idx="4"/>
          </p:cNvCxnSpPr>
          <p:nvPr/>
        </p:nvCxnSpPr>
        <p:spPr>
          <a:xfrm flipH="1" flipV="1">
            <a:off x="2302028" y="5389392"/>
            <a:ext cx="314669" cy="8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09C9C78E-DA14-A72D-F4C2-956260681462}"/>
              </a:ext>
            </a:extLst>
          </p:cNvPr>
          <p:cNvCxnSpPr/>
          <p:nvPr/>
        </p:nvCxnSpPr>
        <p:spPr>
          <a:xfrm>
            <a:off x="7109012" y="1682002"/>
            <a:ext cx="110166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11A21662-6170-9D0D-7024-E3614C5E1E13}"/>
              </a:ext>
            </a:extLst>
          </p:cNvPr>
          <p:cNvCxnSpPr/>
          <p:nvPr/>
        </p:nvCxnSpPr>
        <p:spPr>
          <a:xfrm>
            <a:off x="7109012" y="1682002"/>
            <a:ext cx="110166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E3B9FF49-06B3-7E46-BCF5-8E30A0D9F4E6}"/>
              </a:ext>
            </a:extLst>
          </p:cNvPr>
          <p:cNvCxnSpPr>
            <a:cxnSpLocks/>
            <a:stCxn id="3" idx="0"/>
          </p:cNvCxnSpPr>
          <p:nvPr/>
        </p:nvCxnSpPr>
        <p:spPr>
          <a:xfrm rot="5400000" flipH="1" flipV="1">
            <a:off x="4025233" y="1192956"/>
            <a:ext cx="860183" cy="2562179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接點: 肘形 34">
            <a:extLst>
              <a:ext uri="{FF2B5EF4-FFF2-40B4-BE49-F238E27FC236}">
                <a16:creationId xmlns:a16="http://schemas.microsoft.com/office/drawing/2014/main" id="{4874E198-CC1F-4E20-8FF1-0550EA9399E7}"/>
              </a:ext>
            </a:extLst>
          </p:cNvPr>
          <p:cNvCxnSpPr>
            <a:cxnSpLocks/>
          </p:cNvCxnSpPr>
          <p:nvPr/>
        </p:nvCxnSpPr>
        <p:spPr>
          <a:xfrm flipV="1">
            <a:off x="2831847" y="1685364"/>
            <a:ext cx="2904568" cy="1218773"/>
          </a:xfrm>
          <a:prstGeom prst="bentConnector3">
            <a:avLst>
              <a:gd name="adj1" fmla="val -1235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79E776F9-1DB2-64BA-89E1-3D5F5B8919E0}"/>
              </a:ext>
            </a:extLst>
          </p:cNvPr>
          <p:cNvCxnSpPr>
            <a:cxnSpLocks/>
            <a:endCxn id="4" idx="2"/>
          </p:cNvCxnSpPr>
          <p:nvPr/>
        </p:nvCxnSpPr>
        <p:spPr>
          <a:xfrm rot="16200000" flipH="1">
            <a:off x="2991256" y="4672568"/>
            <a:ext cx="1034854" cy="403412"/>
          </a:xfrm>
          <a:prstGeom prst="bentConnector4">
            <a:avLst>
              <a:gd name="adj1" fmla="val 46968"/>
              <a:gd name="adj2" fmla="val 180248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C7B2D717-063F-9978-CECE-E43C89F3E303}"/>
              </a:ext>
            </a:extLst>
          </p:cNvPr>
          <p:cNvSpPr/>
          <p:nvPr/>
        </p:nvSpPr>
        <p:spPr>
          <a:xfrm>
            <a:off x="2616696" y="2904136"/>
            <a:ext cx="1115078" cy="145271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調壓模組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CAB29B6A-9146-66BE-CAB7-B89504B63712}"/>
              </a:ext>
            </a:extLst>
          </p:cNvPr>
          <p:cNvGrpSpPr/>
          <p:nvPr/>
        </p:nvGrpSpPr>
        <p:grpSpPr>
          <a:xfrm>
            <a:off x="2616696" y="5054524"/>
            <a:ext cx="1093692" cy="674354"/>
            <a:chOff x="2531534" y="5135206"/>
            <a:chExt cx="1093692" cy="674354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C00795EB-5163-99C5-6D68-D84FD57E35FB}"/>
                </a:ext>
              </a:extLst>
            </p:cNvPr>
            <p:cNvGrpSpPr/>
            <p:nvPr/>
          </p:nvGrpSpPr>
          <p:grpSpPr>
            <a:xfrm rot="16200000">
              <a:off x="2741203" y="4925537"/>
              <a:ext cx="674354" cy="1093692"/>
              <a:chOff x="3556991" y="5271247"/>
              <a:chExt cx="674354" cy="1093692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E7A31B7-1514-300C-9119-FB6BEEFA0CAE}"/>
                  </a:ext>
                </a:extLst>
              </p:cNvPr>
              <p:cNvSpPr/>
              <p:nvPr/>
            </p:nvSpPr>
            <p:spPr>
              <a:xfrm>
                <a:off x="3556991" y="5486398"/>
                <a:ext cx="674354" cy="87854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400" dirty="0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3525E37-F7B3-0AAF-5F19-212F99B5A9F1}"/>
                  </a:ext>
                </a:extLst>
              </p:cNvPr>
              <p:cNvSpPr/>
              <p:nvPr/>
            </p:nvSpPr>
            <p:spPr>
              <a:xfrm>
                <a:off x="3731774" y="5271247"/>
                <a:ext cx="329238" cy="2151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7BF4E2DA-7BB0-0C87-27AA-86E6345B3456}"/>
                </a:ext>
              </a:extLst>
            </p:cNvPr>
            <p:cNvSpPr txBox="1"/>
            <p:nvPr/>
          </p:nvSpPr>
          <p:spPr>
            <a:xfrm>
              <a:off x="2915276" y="5305538"/>
              <a:ext cx="613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rPr>
                <a:t>電池</a:t>
              </a:r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783BFC00-1549-BECF-639C-AF2683BF5E35}"/>
              </a:ext>
            </a:extLst>
          </p:cNvPr>
          <p:cNvSpPr/>
          <p:nvPr/>
        </p:nvSpPr>
        <p:spPr>
          <a:xfrm>
            <a:off x="5736414" y="1568395"/>
            <a:ext cx="1372598" cy="121877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Stm32f103c8 </a:t>
            </a: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韌體驅動板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DC45C9B-3C1E-44B6-F5F0-28687BB970A9}"/>
              </a:ext>
            </a:extLst>
          </p:cNvPr>
          <p:cNvSpPr/>
          <p:nvPr/>
        </p:nvSpPr>
        <p:spPr>
          <a:xfrm>
            <a:off x="8210673" y="1568395"/>
            <a:ext cx="1372598" cy="121877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Xavier</a:t>
            </a:r>
          </a:p>
        </p:txBody>
      </p: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34B64DF6-0328-4B55-8B21-76C1B16F2D23}"/>
              </a:ext>
            </a:extLst>
          </p:cNvPr>
          <p:cNvCxnSpPr/>
          <p:nvPr/>
        </p:nvCxnSpPr>
        <p:spPr>
          <a:xfrm>
            <a:off x="7109012" y="1968231"/>
            <a:ext cx="11016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>
            <a:extLst>
              <a:ext uri="{FF2B5EF4-FFF2-40B4-BE49-F238E27FC236}">
                <a16:creationId xmlns:a16="http://schemas.microsoft.com/office/drawing/2014/main" id="{A4E9AD45-521D-6927-6CDD-582C3E447CFC}"/>
              </a:ext>
            </a:extLst>
          </p:cNvPr>
          <p:cNvCxnSpPr/>
          <p:nvPr/>
        </p:nvCxnSpPr>
        <p:spPr>
          <a:xfrm>
            <a:off x="7109011" y="2192133"/>
            <a:ext cx="11016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E00491BF-A9FF-D2DA-9B3B-7FCABE11DB0D}"/>
              </a:ext>
            </a:extLst>
          </p:cNvPr>
          <p:cNvSpPr txBox="1"/>
          <p:nvPr/>
        </p:nvSpPr>
        <p:spPr>
          <a:xfrm>
            <a:off x="7848166" y="1694702"/>
            <a:ext cx="4824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RX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B78451FC-90FE-328E-CA60-ADAD44F9EEE1}"/>
              </a:ext>
            </a:extLst>
          </p:cNvPr>
          <p:cNvSpPr txBox="1"/>
          <p:nvPr/>
        </p:nvSpPr>
        <p:spPr>
          <a:xfrm>
            <a:off x="7858931" y="2184288"/>
            <a:ext cx="415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TX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348A94E9-AA3C-691B-3028-191B9FC1E5CD}"/>
              </a:ext>
            </a:extLst>
          </p:cNvPr>
          <p:cNvSpPr txBox="1"/>
          <p:nvPr/>
        </p:nvSpPr>
        <p:spPr>
          <a:xfrm>
            <a:off x="7068735" y="1691527"/>
            <a:ext cx="465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TX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04751612-DE21-2B32-A4B3-9E191CDB5875}"/>
              </a:ext>
            </a:extLst>
          </p:cNvPr>
          <p:cNvSpPr txBox="1"/>
          <p:nvPr/>
        </p:nvSpPr>
        <p:spPr>
          <a:xfrm>
            <a:off x="7066055" y="2187036"/>
            <a:ext cx="465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RX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5" name="流程圖: 接點 4">
            <a:extLst>
              <a:ext uri="{FF2B5EF4-FFF2-40B4-BE49-F238E27FC236}">
                <a16:creationId xmlns:a16="http://schemas.microsoft.com/office/drawing/2014/main" id="{671F6801-EEF3-EB4D-F32B-4170A140B496}"/>
              </a:ext>
            </a:extLst>
          </p:cNvPr>
          <p:cNvSpPr/>
          <p:nvPr/>
        </p:nvSpPr>
        <p:spPr>
          <a:xfrm>
            <a:off x="2714181" y="2304556"/>
            <a:ext cx="170901" cy="170901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75C0D593-C148-EABA-9A49-8ACC357DA14B}"/>
              </a:ext>
            </a:extLst>
          </p:cNvPr>
          <p:cNvSpPr/>
          <p:nvPr/>
        </p:nvSpPr>
        <p:spPr>
          <a:xfrm>
            <a:off x="3086444" y="2496285"/>
            <a:ext cx="170901" cy="170901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9063FCBD-F315-162F-185F-E439B583D1BF}"/>
              </a:ext>
            </a:extLst>
          </p:cNvPr>
          <p:cNvGrpSpPr/>
          <p:nvPr/>
        </p:nvGrpSpPr>
        <p:grpSpPr>
          <a:xfrm rot="16200000">
            <a:off x="1798032" y="4948396"/>
            <a:ext cx="650995" cy="356997"/>
            <a:chOff x="3980329" y="1308847"/>
            <a:chExt cx="833718" cy="457200"/>
          </a:xfrm>
        </p:grpSpPr>
        <p:sp>
          <p:nvSpPr>
            <p:cNvPr id="9" name="流程圖: 接點 8">
              <a:extLst>
                <a:ext uri="{FF2B5EF4-FFF2-40B4-BE49-F238E27FC236}">
                  <a16:creationId xmlns:a16="http://schemas.microsoft.com/office/drawing/2014/main" id="{0BA95016-FBF4-BDCC-5296-384F1E1F79DE}"/>
                </a:ext>
              </a:extLst>
            </p:cNvPr>
            <p:cNvSpPr/>
            <p:nvPr/>
          </p:nvSpPr>
          <p:spPr>
            <a:xfrm>
              <a:off x="3980329" y="1604682"/>
              <a:ext cx="161365" cy="161365"/>
            </a:xfrm>
            <a:prstGeom prst="flowChartConnector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endParaRPr>
            </a:p>
          </p:txBody>
        </p:sp>
        <p:sp>
          <p:nvSpPr>
            <p:cNvPr id="14" name="流程圖: 接點 13">
              <a:extLst>
                <a:ext uri="{FF2B5EF4-FFF2-40B4-BE49-F238E27FC236}">
                  <a16:creationId xmlns:a16="http://schemas.microsoft.com/office/drawing/2014/main" id="{D995E1FF-D336-7B7E-9A58-C21CB0A1EFC5}"/>
                </a:ext>
              </a:extLst>
            </p:cNvPr>
            <p:cNvSpPr/>
            <p:nvPr/>
          </p:nvSpPr>
          <p:spPr>
            <a:xfrm>
              <a:off x="4652682" y="1595717"/>
              <a:ext cx="161365" cy="161365"/>
            </a:xfrm>
            <a:prstGeom prst="flowChartConnector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endParaRPr>
            </a:p>
          </p:txBody>
        </p: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74CDD50C-7774-81D4-78BD-4E83C71E15FE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V="1">
              <a:off x="4003960" y="1308847"/>
              <a:ext cx="577005" cy="31946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D5306D21-9481-F1FE-6BA2-4061240FFBC5}"/>
              </a:ext>
            </a:extLst>
          </p:cNvPr>
          <p:cNvSpPr txBox="1"/>
          <p:nvPr/>
        </p:nvSpPr>
        <p:spPr>
          <a:xfrm>
            <a:off x="2818374" y="4027823"/>
            <a:ext cx="702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22.2V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BA925E0-81C2-4A6B-2ACD-E97926B30436}"/>
              </a:ext>
            </a:extLst>
          </p:cNvPr>
          <p:cNvSpPr txBox="1"/>
          <p:nvPr/>
        </p:nvSpPr>
        <p:spPr>
          <a:xfrm>
            <a:off x="2713290" y="2940375"/>
            <a:ext cx="53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12V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9D8DED-403A-6971-08E3-12FF8663994A}"/>
              </a:ext>
            </a:extLst>
          </p:cNvPr>
          <p:cNvSpPr/>
          <p:nvPr/>
        </p:nvSpPr>
        <p:spPr>
          <a:xfrm>
            <a:off x="3613519" y="1476879"/>
            <a:ext cx="1202271" cy="74449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降壓模組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67EB0F8-8ED9-E43F-D9D1-F55ECD9EE90C}"/>
              </a:ext>
            </a:extLst>
          </p:cNvPr>
          <p:cNvSpPr txBox="1"/>
          <p:nvPr/>
        </p:nvSpPr>
        <p:spPr>
          <a:xfrm>
            <a:off x="3124544" y="1714092"/>
            <a:ext cx="53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12V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6795F2D-8CA2-5C96-59D3-A91BBE24865F}"/>
              </a:ext>
            </a:extLst>
          </p:cNvPr>
          <p:cNvSpPr txBox="1"/>
          <p:nvPr/>
        </p:nvSpPr>
        <p:spPr>
          <a:xfrm>
            <a:off x="4998119" y="1751934"/>
            <a:ext cx="662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3.3V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DD27891C-1533-1225-6196-61E445A25A68}"/>
              </a:ext>
            </a:extLst>
          </p:cNvPr>
          <p:cNvSpPr txBox="1"/>
          <p:nvPr/>
        </p:nvSpPr>
        <p:spPr>
          <a:xfrm>
            <a:off x="5678406" y="1583523"/>
            <a:ext cx="1643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Vin</a:t>
            </a:r>
            <a:r>
              <a:rPr lang="en-US" altLang="zh-TW" sz="10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B13</a:t>
            </a:r>
            <a:r>
              <a:rPr lang="en-US" altLang="zh-TW" sz="10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B14</a:t>
            </a:r>
            <a:r>
              <a:rPr lang="en-US" altLang="zh-TW" sz="10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B15  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33E66265-A266-A95B-7C16-B32BF281CD7E}"/>
              </a:ext>
            </a:extLst>
          </p:cNvPr>
          <p:cNvSpPr txBox="1"/>
          <p:nvPr/>
        </p:nvSpPr>
        <p:spPr>
          <a:xfrm>
            <a:off x="6437304" y="2482646"/>
            <a:ext cx="5900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A1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F8021F7-60AA-0595-710E-557E64C1AEF6}"/>
              </a:ext>
            </a:extLst>
          </p:cNvPr>
          <p:cNvSpPr/>
          <p:nvPr/>
        </p:nvSpPr>
        <p:spPr>
          <a:xfrm>
            <a:off x="5736414" y="3050495"/>
            <a:ext cx="1372598" cy="121877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HC12</a:t>
            </a: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遙控模組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B1CC3A11-E7A6-B1B3-6747-A1AB32FDDB03}"/>
              </a:ext>
            </a:extLst>
          </p:cNvPr>
          <p:cNvSpPr txBox="1"/>
          <p:nvPr/>
        </p:nvSpPr>
        <p:spPr>
          <a:xfrm>
            <a:off x="6153377" y="2482795"/>
            <a:ext cx="465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A2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6B45C642-76EC-FA1E-B19D-ED2ACE48E972}"/>
              </a:ext>
            </a:extLst>
          </p:cNvPr>
          <p:cNvSpPr txBox="1"/>
          <p:nvPr/>
        </p:nvSpPr>
        <p:spPr>
          <a:xfrm>
            <a:off x="6722515" y="2482646"/>
            <a:ext cx="465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A0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D1E97044-96F3-E4F0-9ADF-29B75A0D4517}"/>
              </a:ext>
            </a:extLst>
          </p:cNvPr>
          <p:cNvSpPr txBox="1"/>
          <p:nvPr/>
        </p:nvSpPr>
        <p:spPr>
          <a:xfrm>
            <a:off x="6128572" y="3025292"/>
            <a:ext cx="465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RX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9F22272D-230E-9FF0-B230-7E68B125F329}"/>
              </a:ext>
            </a:extLst>
          </p:cNvPr>
          <p:cNvSpPr txBox="1"/>
          <p:nvPr/>
        </p:nvSpPr>
        <p:spPr>
          <a:xfrm>
            <a:off x="6385193" y="3025143"/>
            <a:ext cx="640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TX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4F6D97C-F061-3271-EAE0-9B3823735446}"/>
              </a:ext>
            </a:extLst>
          </p:cNvPr>
          <p:cNvSpPr txBox="1"/>
          <p:nvPr/>
        </p:nvSpPr>
        <p:spPr>
          <a:xfrm>
            <a:off x="6621509" y="3025143"/>
            <a:ext cx="590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SET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04C34071-16F7-6D06-C299-E53CBCFFD600}"/>
              </a:ext>
            </a:extLst>
          </p:cNvPr>
          <p:cNvSpPr txBox="1"/>
          <p:nvPr/>
        </p:nvSpPr>
        <p:spPr>
          <a:xfrm>
            <a:off x="5712307" y="3050495"/>
            <a:ext cx="613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3.3V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6D4637DB-31B9-4C46-FC49-C62349482C09}"/>
              </a:ext>
            </a:extLst>
          </p:cNvPr>
          <p:cNvSpPr txBox="1"/>
          <p:nvPr/>
        </p:nvSpPr>
        <p:spPr>
          <a:xfrm>
            <a:off x="5728362" y="2474045"/>
            <a:ext cx="552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3.3V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AFC94937-E39B-5494-8EEC-2B40C83DDE20}"/>
              </a:ext>
            </a:extLst>
          </p:cNvPr>
          <p:cNvSpPr/>
          <p:nvPr/>
        </p:nvSpPr>
        <p:spPr>
          <a:xfrm>
            <a:off x="9478710" y="3229755"/>
            <a:ext cx="1218770" cy="121877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JGB37-520</a:t>
            </a: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編碼器馬達</a:t>
            </a: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CC4E5E57-16D9-44CC-9D0D-F0F55CB4DC08}"/>
              </a:ext>
            </a:extLst>
          </p:cNvPr>
          <p:cNvSpPr/>
          <p:nvPr/>
        </p:nvSpPr>
        <p:spPr>
          <a:xfrm>
            <a:off x="9536419" y="4843007"/>
            <a:ext cx="1218770" cy="121877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JGB37-520</a:t>
            </a: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編碼器馬達</a:t>
            </a: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D9F5A028-B613-E49E-F9E4-D7221CA04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413551"/>
              </p:ext>
            </p:extLst>
          </p:nvPr>
        </p:nvGraphicFramePr>
        <p:xfrm>
          <a:off x="533907" y="1241302"/>
          <a:ext cx="1967666" cy="1560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833">
                  <a:extLst>
                    <a:ext uri="{9D8B030D-6E8A-4147-A177-3AD203B41FA5}">
                      <a16:colId xmlns:a16="http://schemas.microsoft.com/office/drawing/2014/main" val="2650478869"/>
                    </a:ext>
                  </a:extLst>
                </a:gridCol>
                <a:gridCol w="983833">
                  <a:extLst>
                    <a:ext uri="{9D8B030D-6E8A-4147-A177-3AD203B41FA5}">
                      <a16:colId xmlns:a16="http://schemas.microsoft.com/office/drawing/2014/main" val="4161972874"/>
                    </a:ext>
                  </a:extLst>
                </a:gridCol>
              </a:tblGrid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STM32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左驅動模組</a:t>
                      </a: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089691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3.3V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VCC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419916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GND</a:t>
                      </a: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GND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4839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R_EN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A5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724014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L_EN</a:t>
                      </a: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A5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967676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RPWM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B6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72967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LPWM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B5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080136"/>
                  </a:ext>
                </a:extLst>
              </a:tr>
            </a:tbl>
          </a:graphicData>
        </a:graphic>
      </p:graphicFrame>
      <p:cxnSp>
        <p:nvCxnSpPr>
          <p:cNvPr id="62" name="接點: 肘形 61">
            <a:extLst>
              <a:ext uri="{FF2B5EF4-FFF2-40B4-BE49-F238E27FC236}">
                <a16:creationId xmlns:a16="http://schemas.microsoft.com/office/drawing/2014/main" id="{03D3905B-7C34-9301-2A0C-51D6F6AC672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99687" y="4856182"/>
            <a:ext cx="1013013" cy="606014"/>
          </a:xfrm>
          <a:prstGeom prst="bentConnector3">
            <a:avLst>
              <a:gd name="adj1" fmla="val 98673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接點: 肘形 62">
            <a:extLst>
              <a:ext uri="{FF2B5EF4-FFF2-40B4-BE49-F238E27FC236}">
                <a16:creationId xmlns:a16="http://schemas.microsoft.com/office/drawing/2014/main" id="{82BB71B7-8637-1FC3-22EC-AC1969BE392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48535" y="4878374"/>
            <a:ext cx="1304286" cy="852902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接點: 肘形 63">
            <a:extLst>
              <a:ext uri="{FF2B5EF4-FFF2-40B4-BE49-F238E27FC236}">
                <a16:creationId xmlns:a16="http://schemas.microsoft.com/office/drawing/2014/main" id="{8A142066-8B66-8F81-4EE9-53260A7DB8DD}"/>
              </a:ext>
            </a:extLst>
          </p:cNvPr>
          <p:cNvCxnSpPr>
            <a:cxnSpLocks/>
          </p:cNvCxnSpPr>
          <p:nvPr/>
        </p:nvCxnSpPr>
        <p:spPr>
          <a:xfrm rot="16200000" flipV="1">
            <a:off x="2566979" y="2625240"/>
            <a:ext cx="2479070" cy="1987003"/>
          </a:xfrm>
          <a:prstGeom prst="bentConnector3">
            <a:avLst>
              <a:gd name="adj1" fmla="val 99487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接點: 肘形 64">
            <a:extLst>
              <a:ext uri="{FF2B5EF4-FFF2-40B4-BE49-F238E27FC236}">
                <a16:creationId xmlns:a16="http://schemas.microsoft.com/office/drawing/2014/main" id="{01ED4D8A-9406-3BA9-F759-F99044DE6BEB}"/>
              </a:ext>
            </a:extLst>
          </p:cNvPr>
          <p:cNvCxnSpPr>
            <a:cxnSpLocks/>
          </p:cNvCxnSpPr>
          <p:nvPr/>
        </p:nvCxnSpPr>
        <p:spPr>
          <a:xfrm rot="16200000" flipV="1">
            <a:off x="2806991" y="2949152"/>
            <a:ext cx="2139561" cy="1392373"/>
          </a:xfrm>
          <a:prstGeom prst="bentConnector3">
            <a:avLst>
              <a:gd name="adj1" fmla="val 99505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EBBB1F17-5EC3-6F42-F3E8-261A1810C2D7}"/>
              </a:ext>
            </a:extLst>
          </p:cNvPr>
          <p:cNvSpPr/>
          <p:nvPr/>
        </p:nvSpPr>
        <p:spPr>
          <a:xfrm>
            <a:off x="5425557" y="5532633"/>
            <a:ext cx="1390570" cy="74449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BTS7960</a:t>
            </a: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電機驅動模組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66" name="流程圖: 接點 65">
            <a:extLst>
              <a:ext uri="{FF2B5EF4-FFF2-40B4-BE49-F238E27FC236}">
                <a16:creationId xmlns:a16="http://schemas.microsoft.com/office/drawing/2014/main" id="{732CBD3E-20BB-3184-D389-A163B01E7675}"/>
              </a:ext>
            </a:extLst>
          </p:cNvPr>
          <p:cNvSpPr/>
          <p:nvPr/>
        </p:nvSpPr>
        <p:spPr>
          <a:xfrm>
            <a:off x="4722338" y="4681467"/>
            <a:ext cx="170901" cy="170901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67" name="流程圖: 接點 66">
            <a:extLst>
              <a:ext uri="{FF2B5EF4-FFF2-40B4-BE49-F238E27FC236}">
                <a16:creationId xmlns:a16="http://schemas.microsoft.com/office/drawing/2014/main" id="{242A1272-6DE0-CB80-E7B3-00639340DDAB}"/>
              </a:ext>
            </a:extLst>
          </p:cNvPr>
          <p:cNvSpPr/>
          <p:nvPr/>
        </p:nvSpPr>
        <p:spPr>
          <a:xfrm>
            <a:off x="4483364" y="5012913"/>
            <a:ext cx="170901" cy="170901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0C70EDA6-2C91-BFCC-3540-D39AAC3046B8}"/>
              </a:ext>
            </a:extLst>
          </p:cNvPr>
          <p:cNvCxnSpPr>
            <a:stCxn id="67" idx="6"/>
          </p:cNvCxnSpPr>
          <p:nvPr/>
        </p:nvCxnSpPr>
        <p:spPr>
          <a:xfrm flipV="1">
            <a:off x="4654265" y="5098363"/>
            <a:ext cx="365915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98A8A39B-7AA3-CBEF-493A-2C271384B7B5}"/>
              </a:ext>
            </a:extLst>
          </p:cNvPr>
          <p:cNvCxnSpPr>
            <a:stCxn id="66" idx="6"/>
          </p:cNvCxnSpPr>
          <p:nvPr/>
        </p:nvCxnSpPr>
        <p:spPr>
          <a:xfrm flipV="1">
            <a:off x="4893239" y="4766917"/>
            <a:ext cx="126941" cy="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661DB007-54FC-BC96-ADBA-4E642A351B3A}"/>
              </a:ext>
            </a:extLst>
          </p:cNvPr>
          <p:cNvSpPr/>
          <p:nvPr/>
        </p:nvSpPr>
        <p:spPr>
          <a:xfrm>
            <a:off x="5020180" y="4581894"/>
            <a:ext cx="1390570" cy="74449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BTS7960</a:t>
            </a: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電機驅動模組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cxnSp>
        <p:nvCxnSpPr>
          <p:cNvPr id="73" name="接點: 肘形 72">
            <a:extLst>
              <a:ext uri="{FF2B5EF4-FFF2-40B4-BE49-F238E27FC236}">
                <a16:creationId xmlns:a16="http://schemas.microsoft.com/office/drawing/2014/main" id="{47C86386-91A4-18B3-E184-74D5FAC392A9}"/>
              </a:ext>
            </a:extLst>
          </p:cNvPr>
          <p:cNvCxnSpPr>
            <a:cxnSpLocks/>
          </p:cNvCxnSpPr>
          <p:nvPr/>
        </p:nvCxnSpPr>
        <p:spPr>
          <a:xfrm rot="5400000">
            <a:off x="4521153" y="3374029"/>
            <a:ext cx="2163590" cy="252139"/>
          </a:xfrm>
          <a:prstGeom prst="bentConnector3">
            <a:avLst>
              <a:gd name="adj1" fmla="val 473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接點: 肘形 128">
            <a:extLst>
              <a:ext uri="{FF2B5EF4-FFF2-40B4-BE49-F238E27FC236}">
                <a16:creationId xmlns:a16="http://schemas.microsoft.com/office/drawing/2014/main" id="{9BFB8FA1-B4ED-F100-2B9A-F6D77D7FB134}"/>
              </a:ext>
            </a:extLst>
          </p:cNvPr>
          <p:cNvCxnSpPr>
            <a:cxnSpLocks/>
          </p:cNvCxnSpPr>
          <p:nvPr/>
        </p:nvCxnSpPr>
        <p:spPr>
          <a:xfrm>
            <a:off x="7106692" y="2567874"/>
            <a:ext cx="2404021" cy="1100661"/>
          </a:xfrm>
          <a:prstGeom prst="bentConnector3">
            <a:avLst>
              <a:gd name="adj1" fmla="val 34746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接點: 肘形 144">
            <a:extLst>
              <a:ext uri="{FF2B5EF4-FFF2-40B4-BE49-F238E27FC236}">
                <a16:creationId xmlns:a16="http://schemas.microsoft.com/office/drawing/2014/main" id="{DA8CEA77-46E9-AFD4-D21C-ACB908034DE5}"/>
              </a:ext>
            </a:extLst>
          </p:cNvPr>
          <p:cNvCxnSpPr>
            <a:cxnSpLocks/>
          </p:cNvCxnSpPr>
          <p:nvPr/>
        </p:nvCxnSpPr>
        <p:spPr>
          <a:xfrm rot="5400000">
            <a:off x="3350712" y="3236467"/>
            <a:ext cx="2649588" cy="78576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接點 152">
            <a:extLst>
              <a:ext uri="{FF2B5EF4-FFF2-40B4-BE49-F238E27FC236}">
                <a16:creationId xmlns:a16="http://schemas.microsoft.com/office/drawing/2014/main" id="{4907F4A6-C886-85ED-2657-91B0405DFC58}"/>
              </a:ext>
            </a:extLst>
          </p:cNvPr>
          <p:cNvCxnSpPr>
            <a:cxnSpLocks/>
          </p:cNvCxnSpPr>
          <p:nvPr/>
        </p:nvCxnSpPr>
        <p:spPr>
          <a:xfrm>
            <a:off x="5049543" y="2321568"/>
            <a:ext cx="69267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接點: 肘形 160">
            <a:extLst>
              <a:ext uri="{FF2B5EF4-FFF2-40B4-BE49-F238E27FC236}">
                <a16:creationId xmlns:a16="http://schemas.microsoft.com/office/drawing/2014/main" id="{EF756525-E202-47C5-8CC0-5403E3D0890C}"/>
              </a:ext>
            </a:extLst>
          </p:cNvPr>
          <p:cNvCxnSpPr/>
          <p:nvPr/>
        </p:nvCxnSpPr>
        <p:spPr>
          <a:xfrm rot="16200000" flipH="1">
            <a:off x="4225734" y="4984283"/>
            <a:ext cx="1256710" cy="1142936"/>
          </a:xfrm>
          <a:prstGeom prst="bentConnector3">
            <a:avLst>
              <a:gd name="adj1" fmla="val 100023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接點: 肘形 163">
            <a:extLst>
              <a:ext uri="{FF2B5EF4-FFF2-40B4-BE49-F238E27FC236}">
                <a16:creationId xmlns:a16="http://schemas.microsoft.com/office/drawing/2014/main" id="{6483027D-3F02-ECDD-5754-56338C93FD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103574" y="3721509"/>
            <a:ext cx="2573533" cy="562658"/>
          </a:xfrm>
          <a:prstGeom prst="bentConnector3">
            <a:avLst>
              <a:gd name="adj1" fmla="val -1261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接點 170">
            <a:extLst>
              <a:ext uri="{FF2B5EF4-FFF2-40B4-BE49-F238E27FC236}">
                <a16:creationId xmlns:a16="http://schemas.microsoft.com/office/drawing/2014/main" id="{B9D42AFD-6437-CFAB-BAB2-C6794368DC23}"/>
              </a:ext>
            </a:extLst>
          </p:cNvPr>
          <p:cNvCxnSpPr>
            <a:cxnSpLocks/>
          </p:cNvCxnSpPr>
          <p:nvPr/>
        </p:nvCxnSpPr>
        <p:spPr>
          <a:xfrm>
            <a:off x="7659841" y="5270559"/>
            <a:ext cx="190087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8" name="表格 177">
            <a:extLst>
              <a:ext uri="{FF2B5EF4-FFF2-40B4-BE49-F238E27FC236}">
                <a16:creationId xmlns:a16="http://schemas.microsoft.com/office/drawing/2014/main" id="{F7923A75-E5DA-2F8D-1439-6B1715943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412482"/>
              </p:ext>
            </p:extLst>
          </p:nvPr>
        </p:nvGraphicFramePr>
        <p:xfrm>
          <a:off x="533907" y="2966292"/>
          <a:ext cx="1967666" cy="1560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833">
                  <a:extLst>
                    <a:ext uri="{9D8B030D-6E8A-4147-A177-3AD203B41FA5}">
                      <a16:colId xmlns:a16="http://schemas.microsoft.com/office/drawing/2014/main" val="2650478869"/>
                    </a:ext>
                  </a:extLst>
                </a:gridCol>
                <a:gridCol w="983833">
                  <a:extLst>
                    <a:ext uri="{9D8B030D-6E8A-4147-A177-3AD203B41FA5}">
                      <a16:colId xmlns:a16="http://schemas.microsoft.com/office/drawing/2014/main" val="4161972874"/>
                    </a:ext>
                  </a:extLst>
                </a:gridCol>
              </a:tblGrid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STM32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右驅動模組</a:t>
                      </a: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089691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3.3V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VCC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419916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GND</a:t>
                      </a: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GND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4839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R_EN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A6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724014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L_EN</a:t>
                      </a: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A6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967676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RPWM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B8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72967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LPWM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B7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080136"/>
                  </a:ext>
                </a:extLst>
              </a:tr>
            </a:tbl>
          </a:graphicData>
        </a:graphic>
      </p:graphicFrame>
      <p:graphicFrame>
        <p:nvGraphicFramePr>
          <p:cNvPr id="180" name="表格 179">
            <a:extLst>
              <a:ext uri="{FF2B5EF4-FFF2-40B4-BE49-F238E27FC236}">
                <a16:creationId xmlns:a16="http://schemas.microsoft.com/office/drawing/2014/main" id="{37694E27-BDA1-FB1C-1357-73B7B5CBE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990972"/>
              </p:ext>
            </p:extLst>
          </p:nvPr>
        </p:nvGraphicFramePr>
        <p:xfrm>
          <a:off x="9771356" y="1983460"/>
          <a:ext cx="1967666" cy="1114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833">
                  <a:extLst>
                    <a:ext uri="{9D8B030D-6E8A-4147-A177-3AD203B41FA5}">
                      <a16:colId xmlns:a16="http://schemas.microsoft.com/office/drawing/2014/main" val="2650478869"/>
                    </a:ext>
                  </a:extLst>
                </a:gridCol>
                <a:gridCol w="983833">
                  <a:extLst>
                    <a:ext uri="{9D8B030D-6E8A-4147-A177-3AD203B41FA5}">
                      <a16:colId xmlns:a16="http://schemas.microsoft.com/office/drawing/2014/main" val="4161972874"/>
                    </a:ext>
                  </a:extLst>
                </a:gridCol>
              </a:tblGrid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STM32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右碼器馬達</a:t>
                      </a: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089691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3.3V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VCC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419916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GND</a:t>
                      </a: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GND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4839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B1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C1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724014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B2</a:t>
                      </a: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C2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967676"/>
                  </a:ext>
                </a:extLst>
              </a:tr>
            </a:tbl>
          </a:graphicData>
        </a:graphic>
      </p:graphicFrame>
      <p:graphicFrame>
        <p:nvGraphicFramePr>
          <p:cNvPr id="182" name="表格 181">
            <a:extLst>
              <a:ext uri="{FF2B5EF4-FFF2-40B4-BE49-F238E27FC236}">
                <a16:creationId xmlns:a16="http://schemas.microsoft.com/office/drawing/2014/main" id="{A22F884E-03D7-BCCB-F474-C773483D7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54377"/>
              </p:ext>
            </p:extLst>
          </p:nvPr>
        </p:nvGraphicFramePr>
        <p:xfrm>
          <a:off x="9771356" y="779865"/>
          <a:ext cx="1967666" cy="1114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833">
                  <a:extLst>
                    <a:ext uri="{9D8B030D-6E8A-4147-A177-3AD203B41FA5}">
                      <a16:colId xmlns:a16="http://schemas.microsoft.com/office/drawing/2014/main" val="2650478869"/>
                    </a:ext>
                  </a:extLst>
                </a:gridCol>
                <a:gridCol w="983833">
                  <a:extLst>
                    <a:ext uri="{9D8B030D-6E8A-4147-A177-3AD203B41FA5}">
                      <a16:colId xmlns:a16="http://schemas.microsoft.com/office/drawing/2014/main" val="4161972874"/>
                    </a:ext>
                  </a:extLst>
                </a:gridCol>
              </a:tblGrid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STM32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左碼器馬達</a:t>
                      </a: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089691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3.3V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VCC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419916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GND</a:t>
                      </a: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GND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254839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B3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C1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724014"/>
                  </a:ext>
                </a:extLst>
              </a:tr>
              <a:tr h="21827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B4</a:t>
                      </a: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C2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marL="55280" marR="55280" marT="27641" marB="276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967676"/>
                  </a:ext>
                </a:extLst>
              </a:tr>
            </a:tbl>
          </a:graphicData>
        </a:graphic>
      </p:graphicFrame>
      <p:grpSp>
        <p:nvGrpSpPr>
          <p:cNvPr id="25" name="群組 24">
            <a:extLst>
              <a:ext uri="{FF2B5EF4-FFF2-40B4-BE49-F238E27FC236}">
                <a16:creationId xmlns:a16="http://schemas.microsoft.com/office/drawing/2014/main" id="{7AEC2E54-18E8-47D8-075E-D5016B6772DD}"/>
              </a:ext>
            </a:extLst>
          </p:cNvPr>
          <p:cNvGrpSpPr/>
          <p:nvPr/>
        </p:nvGrpSpPr>
        <p:grpSpPr>
          <a:xfrm rot="5400000">
            <a:off x="5332674" y="950940"/>
            <a:ext cx="473165" cy="455850"/>
            <a:chOff x="5870577" y="619244"/>
            <a:chExt cx="681248" cy="656318"/>
          </a:xfrm>
        </p:grpSpPr>
        <p:grpSp>
          <p:nvGrpSpPr>
            <p:cNvPr id="2" name="群組 1">
              <a:extLst>
                <a:ext uri="{FF2B5EF4-FFF2-40B4-BE49-F238E27FC236}">
                  <a16:creationId xmlns:a16="http://schemas.microsoft.com/office/drawing/2014/main" id="{21AB387B-11E1-F151-941A-EB9ED4E23849}"/>
                </a:ext>
              </a:extLst>
            </p:cNvPr>
            <p:cNvGrpSpPr/>
            <p:nvPr/>
          </p:nvGrpSpPr>
          <p:grpSpPr>
            <a:xfrm rot="16025627">
              <a:off x="5790488" y="768424"/>
              <a:ext cx="650995" cy="363281"/>
              <a:chOff x="3980329" y="1300800"/>
              <a:chExt cx="833718" cy="465247"/>
            </a:xfrm>
          </p:grpSpPr>
          <p:sp>
            <p:nvSpPr>
              <p:cNvPr id="15" name="流程圖: 接點 14">
                <a:extLst>
                  <a:ext uri="{FF2B5EF4-FFF2-40B4-BE49-F238E27FC236}">
                    <a16:creationId xmlns:a16="http://schemas.microsoft.com/office/drawing/2014/main" id="{454C4D29-F25F-CEAE-BEED-82EC6CA88676}"/>
                  </a:ext>
                </a:extLst>
              </p:cNvPr>
              <p:cNvSpPr/>
              <p:nvPr/>
            </p:nvSpPr>
            <p:spPr>
              <a:xfrm>
                <a:off x="3980329" y="1604682"/>
                <a:ext cx="161365" cy="161365"/>
              </a:xfrm>
              <a:prstGeom prst="flowChartConnector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17" name="流程圖: 接點 16">
                <a:extLst>
                  <a:ext uri="{FF2B5EF4-FFF2-40B4-BE49-F238E27FC236}">
                    <a16:creationId xmlns:a16="http://schemas.microsoft.com/office/drawing/2014/main" id="{FD706CC9-EA85-0C6C-6B26-ECDE9B4E71EF}"/>
                  </a:ext>
                </a:extLst>
              </p:cNvPr>
              <p:cNvSpPr/>
              <p:nvPr/>
            </p:nvSpPr>
            <p:spPr>
              <a:xfrm>
                <a:off x="4652682" y="1595717"/>
                <a:ext cx="161365" cy="161365"/>
              </a:xfrm>
              <a:prstGeom prst="flowChartConnector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  <p:cxnSp>
            <p:nvCxnSpPr>
              <p:cNvPr id="19" name="直線接點 18">
                <a:extLst>
                  <a:ext uri="{FF2B5EF4-FFF2-40B4-BE49-F238E27FC236}">
                    <a16:creationId xmlns:a16="http://schemas.microsoft.com/office/drawing/2014/main" id="{A9D909EF-DB6D-2B6B-F59A-0AFDD5C69D74}"/>
                  </a:ext>
                </a:extLst>
              </p:cNvPr>
              <p:cNvCxnSpPr>
                <a:cxnSpLocks/>
                <a:stCxn id="15" idx="1"/>
                <a:endCxn id="20" idx="2"/>
              </p:cNvCxnSpPr>
              <p:nvPr/>
            </p:nvCxnSpPr>
            <p:spPr>
              <a:xfrm rot="5574373" flipH="1" flipV="1">
                <a:off x="4165321" y="1147748"/>
                <a:ext cx="344222" cy="65032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流程圖: 接點 19">
              <a:extLst>
                <a:ext uri="{FF2B5EF4-FFF2-40B4-BE49-F238E27FC236}">
                  <a16:creationId xmlns:a16="http://schemas.microsoft.com/office/drawing/2014/main" id="{7AA180DE-4FD7-9D31-6377-32D5709C5D83}"/>
                </a:ext>
              </a:extLst>
            </p:cNvPr>
            <p:cNvSpPr/>
            <p:nvPr/>
          </p:nvSpPr>
          <p:spPr>
            <a:xfrm rot="16025627">
              <a:off x="5870577" y="619244"/>
              <a:ext cx="125999" cy="125999"/>
            </a:xfrm>
            <a:prstGeom prst="flowChartConnector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endParaRPr>
            </a:p>
          </p:txBody>
        </p:sp>
        <p:sp>
          <p:nvSpPr>
            <p:cNvPr id="21" name="流程圖: 接點 20">
              <a:extLst>
                <a:ext uri="{FF2B5EF4-FFF2-40B4-BE49-F238E27FC236}">
                  <a16:creationId xmlns:a16="http://schemas.microsoft.com/office/drawing/2014/main" id="{A38B59D8-EC6C-E879-BFDA-57F5314905E5}"/>
                </a:ext>
              </a:extLst>
            </p:cNvPr>
            <p:cNvSpPr/>
            <p:nvPr/>
          </p:nvSpPr>
          <p:spPr>
            <a:xfrm rot="16025627">
              <a:off x="6425826" y="620028"/>
              <a:ext cx="125999" cy="125999"/>
            </a:xfrm>
            <a:prstGeom prst="flowChartConnector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endParaRPr>
            </a:p>
          </p:txBody>
        </p:sp>
      </p:grpSp>
      <p:sp>
        <p:nvSpPr>
          <p:cNvPr id="58" name="流程圖: 接點 57">
            <a:extLst>
              <a:ext uri="{FF2B5EF4-FFF2-40B4-BE49-F238E27FC236}">
                <a16:creationId xmlns:a16="http://schemas.microsoft.com/office/drawing/2014/main" id="{803580D9-BD1E-A0CF-EBF5-FEFC155A7B92}"/>
              </a:ext>
            </a:extLst>
          </p:cNvPr>
          <p:cNvSpPr/>
          <p:nvPr/>
        </p:nvSpPr>
        <p:spPr>
          <a:xfrm>
            <a:off x="5300769" y="1602034"/>
            <a:ext cx="170901" cy="170901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cxnSp>
        <p:nvCxnSpPr>
          <p:cNvPr id="68" name="接點: 肘形 67">
            <a:extLst>
              <a:ext uri="{FF2B5EF4-FFF2-40B4-BE49-F238E27FC236}">
                <a16:creationId xmlns:a16="http://schemas.microsoft.com/office/drawing/2014/main" id="{DF06315E-2744-37A2-EEE7-E1637B853FDF}"/>
              </a:ext>
            </a:extLst>
          </p:cNvPr>
          <p:cNvCxnSpPr>
            <a:cxnSpLocks/>
            <a:stCxn id="21" idx="6"/>
          </p:cNvCxnSpPr>
          <p:nvPr/>
        </p:nvCxnSpPr>
        <p:spPr>
          <a:xfrm>
            <a:off x="5796581" y="1369472"/>
            <a:ext cx="509887" cy="200368"/>
          </a:xfrm>
          <a:prstGeom prst="bentConnector3">
            <a:avLst>
              <a:gd name="adj1" fmla="val 100438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接點: 肘形 78">
            <a:extLst>
              <a:ext uri="{FF2B5EF4-FFF2-40B4-BE49-F238E27FC236}">
                <a16:creationId xmlns:a16="http://schemas.microsoft.com/office/drawing/2014/main" id="{9250728B-7F5D-1F3B-7194-7D6D3464C2D9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5797126" y="1178711"/>
            <a:ext cx="741825" cy="377321"/>
          </a:xfrm>
          <a:prstGeom prst="bentConnector3">
            <a:avLst>
              <a:gd name="adj1" fmla="val 98364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接點: 肘形 80">
            <a:extLst>
              <a:ext uri="{FF2B5EF4-FFF2-40B4-BE49-F238E27FC236}">
                <a16:creationId xmlns:a16="http://schemas.microsoft.com/office/drawing/2014/main" id="{3E223BFE-022C-68F4-4C69-CCD28BECEAE2}"/>
              </a:ext>
            </a:extLst>
          </p:cNvPr>
          <p:cNvCxnSpPr>
            <a:stCxn id="20" idx="6"/>
          </p:cNvCxnSpPr>
          <p:nvPr/>
        </p:nvCxnSpPr>
        <p:spPr>
          <a:xfrm>
            <a:off x="5797125" y="983821"/>
            <a:ext cx="1019002" cy="580147"/>
          </a:xfrm>
          <a:prstGeom prst="bentConnector3">
            <a:avLst>
              <a:gd name="adj1" fmla="val 100164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44A77EA1-98B7-926A-2310-5D77AC419137}"/>
              </a:ext>
            </a:extLst>
          </p:cNvPr>
          <p:cNvSpPr txBox="1"/>
          <p:nvPr/>
        </p:nvSpPr>
        <p:spPr>
          <a:xfrm>
            <a:off x="10816187" y="3668535"/>
            <a:ext cx="72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左輪</a:t>
            </a: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916CA954-994C-3F21-8E6C-DA7E0AC4AA28}"/>
              </a:ext>
            </a:extLst>
          </p:cNvPr>
          <p:cNvSpPr txBox="1"/>
          <p:nvPr/>
        </p:nvSpPr>
        <p:spPr>
          <a:xfrm>
            <a:off x="10816187" y="5291531"/>
            <a:ext cx="728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右輪</a:t>
            </a:r>
          </a:p>
        </p:txBody>
      </p:sp>
    </p:spTree>
    <p:extLst>
      <p:ext uri="{BB962C8B-B14F-4D97-AF65-F5344CB8AC3E}">
        <p14:creationId xmlns:p14="http://schemas.microsoft.com/office/powerpoint/2010/main" val="3012578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B511F-3436-C393-0FDE-930E9D8EA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716A500C-9E1B-27AE-3B55-79AA80DE2575}"/>
              </a:ext>
            </a:extLst>
          </p:cNvPr>
          <p:cNvCxnSpPr>
            <a:cxnSpLocks/>
          </p:cNvCxnSpPr>
          <p:nvPr/>
        </p:nvCxnSpPr>
        <p:spPr>
          <a:xfrm>
            <a:off x="6629399" y="5962659"/>
            <a:ext cx="509679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1C31E97D-428E-65FB-130A-3CF0CA49A125}"/>
              </a:ext>
            </a:extLst>
          </p:cNvPr>
          <p:cNvCxnSpPr>
            <a:stCxn id="14" idx="4"/>
          </p:cNvCxnSpPr>
          <p:nvPr/>
        </p:nvCxnSpPr>
        <p:spPr>
          <a:xfrm flipV="1">
            <a:off x="2295028" y="4356847"/>
            <a:ext cx="536819" cy="507549"/>
          </a:xfrm>
          <a:prstGeom prst="bentConnector3">
            <a:avLst>
              <a:gd name="adj1" fmla="val 99681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A7FEE961-E725-2030-6228-9147559A952A}"/>
              </a:ext>
            </a:extLst>
          </p:cNvPr>
          <p:cNvCxnSpPr>
            <a:cxnSpLocks/>
            <a:stCxn id="10" idx="0"/>
            <a:endCxn id="9" idx="4"/>
          </p:cNvCxnSpPr>
          <p:nvPr/>
        </p:nvCxnSpPr>
        <p:spPr>
          <a:xfrm flipH="1" flipV="1">
            <a:off x="2302028" y="5389392"/>
            <a:ext cx="314669" cy="8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接點 112">
            <a:extLst>
              <a:ext uri="{FF2B5EF4-FFF2-40B4-BE49-F238E27FC236}">
                <a16:creationId xmlns:a16="http://schemas.microsoft.com/office/drawing/2014/main" id="{D127930D-FF9F-10B5-4196-F942C1A9817C}"/>
              </a:ext>
            </a:extLst>
          </p:cNvPr>
          <p:cNvCxnSpPr/>
          <p:nvPr/>
        </p:nvCxnSpPr>
        <p:spPr>
          <a:xfrm>
            <a:off x="5943600" y="2787167"/>
            <a:ext cx="0" cy="78910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接點 113">
            <a:extLst>
              <a:ext uri="{FF2B5EF4-FFF2-40B4-BE49-F238E27FC236}">
                <a16:creationId xmlns:a16="http://schemas.microsoft.com/office/drawing/2014/main" id="{A3E0A656-368B-0998-E9CF-E9F2D57A7919}"/>
              </a:ext>
            </a:extLst>
          </p:cNvPr>
          <p:cNvCxnSpPr>
            <a:cxnSpLocks/>
          </p:cNvCxnSpPr>
          <p:nvPr/>
        </p:nvCxnSpPr>
        <p:spPr>
          <a:xfrm>
            <a:off x="6131112" y="2787167"/>
            <a:ext cx="0" cy="78910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F435CCD1-34E7-0A5C-1A68-B4447A421204}"/>
              </a:ext>
            </a:extLst>
          </p:cNvPr>
          <p:cNvCxnSpPr/>
          <p:nvPr/>
        </p:nvCxnSpPr>
        <p:spPr>
          <a:xfrm>
            <a:off x="6422713" y="2787167"/>
            <a:ext cx="0" cy="7891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>
            <a:extLst>
              <a:ext uri="{FF2B5EF4-FFF2-40B4-BE49-F238E27FC236}">
                <a16:creationId xmlns:a16="http://schemas.microsoft.com/office/drawing/2014/main" id="{5AAE1D5A-0BC6-70A7-0215-7492A23EE936}"/>
              </a:ext>
            </a:extLst>
          </p:cNvPr>
          <p:cNvCxnSpPr/>
          <p:nvPr/>
        </p:nvCxnSpPr>
        <p:spPr>
          <a:xfrm>
            <a:off x="6806888" y="2787167"/>
            <a:ext cx="0" cy="7891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字方塊 117">
            <a:extLst>
              <a:ext uri="{FF2B5EF4-FFF2-40B4-BE49-F238E27FC236}">
                <a16:creationId xmlns:a16="http://schemas.microsoft.com/office/drawing/2014/main" id="{E0F5D11D-5F0E-16A6-5E26-A32F6136FCDA}"/>
              </a:ext>
            </a:extLst>
          </p:cNvPr>
          <p:cNvSpPr txBox="1"/>
          <p:nvPr/>
        </p:nvSpPr>
        <p:spPr>
          <a:xfrm>
            <a:off x="6188547" y="2519017"/>
            <a:ext cx="785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DAT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19" name="文字方塊 118">
            <a:extLst>
              <a:ext uri="{FF2B5EF4-FFF2-40B4-BE49-F238E27FC236}">
                <a16:creationId xmlns:a16="http://schemas.microsoft.com/office/drawing/2014/main" id="{68B78F37-8BE3-3408-EE52-79000C019502}"/>
              </a:ext>
            </a:extLst>
          </p:cNvPr>
          <p:cNvSpPr txBox="1"/>
          <p:nvPr/>
        </p:nvSpPr>
        <p:spPr>
          <a:xfrm>
            <a:off x="6587340" y="2519016"/>
            <a:ext cx="579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CLK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cxnSp>
        <p:nvCxnSpPr>
          <p:cNvPr id="105" name="直線接點 104">
            <a:extLst>
              <a:ext uri="{FF2B5EF4-FFF2-40B4-BE49-F238E27FC236}">
                <a16:creationId xmlns:a16="http://schemas.microsoft.com/office/drawing/2014/main" id="{E0BD7318-4ABD-BE67-37AF-1870BD3F621E}"/>
              </a:ext>
            </a:extLst>
          </p:cNvPr>
          <p:cNvCxnSpPr/>
          <p:nvPr/>
        </p:nvCxnSpPr>
        <p:spPr>
          <a:xfrm>
            <a:off x="7109012" y="1682002"/>
            <a:ext cx="110166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D13CA5D7-5890-1C3B-0FAB-97FAEA5D9F25}"/>
              </a:ext>
            </a:extLst>
          </p:cNvPr>
          <p:cNvCxnSpPr>
            <a:cxnSpLocks/>
          </p:cNvCxnSpPr>
          <p:nvPr/>
        </p:nvCxnSpPr>
        <p:spPr>
          <a:xfrm>
            <a:off x="6629400" y="5663541"/>
            <a:ext cx="50282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B2E0879D-A4B0-2056-EFFA-BBEA56AF6282}"/>
              </a:ext>
            </a:extLst>
          </p:cNvPr>
          <p:cNvCxnSpPr>
            <a:cxnSpLocks/>
          </p:cNvCxnSpPr>
          <p:nvPr/>
        </p:nvCxnSpPr>
        <p:spPr>
          <a:xfrm>
            <a:off x="8334497" y="5952268"/>
            <a:ext cx="892053" cy="47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6E82907B-FC77-2C6D-8E96-6BAA1D3378E9}"/>
              </a:ext>
            </a:extLst>
          </p:cNvPr>
          <p:cNvCxnSpPr>
            <a:cxnSpLocks/>
          </p:cNvCxnSpPr>
          <p:nvPr/>
        </p:nvCxnSpPr>
        <p:spPr>
          <a:xfrm>
            <a:off x="8334497" y="5663541"/>
            <a:ext cx="892053" cy="215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199D0513-72DD-09AE-40D3-57E9CC17824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99687" y="4856182"/>
            <a:ext cx="1013013" cy="606014"/>
          </a:xfrm>
          <a:prstGeom prst="bentConnector3">
            <a:avLst>
              <a:gd name="adj1" fmla="val 98673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1DE01002-4D48-E825-C67A-DA2EB6BCFF4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48535" y="4878374"/>
            <a:ext cx="1304286" cy="852902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7D4D3A3A-1A54-B66D-272B-E3E34BF7C9D7}"/>
              </a:ext>
            </a:extLst>
          </p:cNvPr>
          <p:cNvCxnSpPr/>
          <p:nvPr/>
        </p:nvCxnSpPr>
        <p:spPr>
          <a:xfrm>
            <a:off x="7109012" y="1682002"/>
            <a:ext cx="110166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30349D24-C9EF-FA40-AD80-97D67AC0C8B4}"/>
              </a:ext>
            </a:extLst>
          </p:cNvPr>
          <p:cNvCxnSpPr>
            <a:cxnSpLocks/>
            <a:stCxn id="3" idx="0"/>
          </p:cNvCxnSpPr>
          <p:nvPr/>
        </p:nvCxnSpPr>
        <p:spPr>
          <a:xfrm rot="5400000" flipH="1" flipV="1">
            <a:off x="4025233" y="1192956"/>
            <a:ext cx="860183" cy="2562179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接點: 肘形 34">
            <a:extLst>
              <a:ext uri="{FF2B5EF4-FFF2-40B4-BE49-F238E27FC236}">
                <a16:creationId xmlns:a16="http://schemas.microsoft.com/office/drawing/2014/main" id="{E4B345CA-CB41-CF08-CDC0-5CC93D44A7BB}"/>
              </a:ext>
            </a:extLst>
          </p:cNvPr>
          <p:cNvCxnSpPr>
            <a:cxnSpLocks/>
          </p:cNvCxnSpPr>
          <p:nvPr/>
        </p:nvCxnSpPr>
        <p:spPr>
          <a:xfrm flipV="1">
            <a:off x="2831847" y="1685364"/>
            <a:ext cx="2904568" cy="1218773"/>
          </a:xfrm>
          <a:prstGeom prst="bentConnector3">
            <a:avLst>
              <a:gd name="adj1" fmla="val -1235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0AC1D33E-B01C-977C-CE53-FFA306F8B04C}"/>
              </a:ext>
            </a:extLst>
          </p:cNvPr>
          <p:cNvCxnSpPr>
            <a:cxnSpLocks/>
            <a:endCxn id="4" idx="2"/>
          </p:cNvCxnSpPr>
          <p:nvPr/>
        </p:nvCxnSpPr>
        <p:spPr>
          <a:xfrm rot="16200000" flipH="1">
            <a:off x="2991256" y="4672568"/>
            <a:ext cx="1034854" cy="403412"/>
          </a:xfrm>
          <a:prstGeom prst="bentConnector4">
            <a:avLst>
              <a:gd name="adj1" fmla="val 46968"/>
              <a:gd name="adj2" fmla="val 180248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2599AD3C-2DB3-07E3-B7F6-B9B351203D36}"/>
              </a:ext>
            </a:extLst>
          </p:cNvPr>
          <p:cNvSpPr/>
          <p:nvPr/>
        </p:nvSpPr>
        <p:spPr>
          <a:xfrm>
            <a:off x="2616696" y="2904136"/>
            <a:ext cx="1115078" cy="145271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調壓模組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E5B7F294-B6C8-30CE-84F0-099E7F782E24}"/>
              </a:ext>
            </a:extLst>
          </p:cNvPr>
          <p:cNvGrpSpPr/>
          <p:nvPr/>
        </p:nvGrpSpPr>
        <p:grpSpPr>
          <a:xfrm>
            <a:off x="2616696" y="5054524"/>
            <a:ext cx="1093692" cy="674354"/>
            <a:chOff x="2531534" y="5135206"/>
            <a:chExt cx="1093692" cy="674354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E8BDB073-5A91-B0AA-DAC7-987DB3B02AAF}"/>
                </a:ext>
              </a:extLst>
            </p:cNvPr>
            <p:cNvGrpSpPr/>
            <p:nvPr/>
          </p:nvGrpSpPr>
          <p:grpSpPr>
            <a:xfrm rot="16200000">
              <a:off x="2741203" y="4925537"/>
              <a:ext cx="674354" cy="1093692"/>
              <a:chOff x="3556991" y="5271247"/>
              <a:chExt cx="674354" cy="1093692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8A85594-9655-69FE-F7B4-013E82F1FE8C}"/>
                  </a:ext>
                </a:extLst>
              </p:cNvPr>
              <p:cNvSpPr/>
              <p:nvPr/>
            </p:nvSpPr>
            <p:spPr>
              <a:xfrm>
                <a:off x="3556991" y="5486398"/>
                <a:ext cx="674354" cy="87854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400" dirty="0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13E4227-022A-2491-A7CA-3F5FF209D82A}"/>
                  </a:ext>
                </a:extLst>
              </p:cNvPr>
              <p:cNvSpPr/>
              <p:nvPr/>
            </p:nvSpPr>
            <p:spPr>
              <a:xfrm>
                <a:off x="3731774" y="5271247"/>
                <a:ext cx="329238" cy="2151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38915368-0796-F22B-F32C-B5935E3AF573}"/>
                </a:ext>
              </a:extLst>
            </p:cNvPr>
            <p:cNvSpPr txBox="1"/>
            <p:nvPr/>
          </p:nvSpPr>
          <p:spPr>
            <a:xfrm>
              <a:off x="2915276" y="5305538"/>
              <a:ext cx="613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rPr>
                <a:t>電池</a:t>
              </a:r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84F943E1-C77A-A870-30D2-5177A701BC78}"/>
              </a:ext>
            </a:extLst>
          </p:cNvPr>
          <p:cNvSpPr/>
          <p:nvPr/>
        </p:nvSpPr>
        <p:spPr>
          <a:xfrm>
            <a:off x="5736414" y="1568395"/>
            <a:ext cx="1372598" cy="121877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Xavier 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C940185-3A96-6BDC-660C-0FBBBEF30AB0}"/>
              </a:ext>
            </a:extLst>
          </p:cNvPr>
          <p:cNvSpPr/>
          <p:nvPr/>
        </p:nvSpPr>
        <p:spPr>
          <a:xfrm>
            <a:off x="8210673" y="1568395"/>
            <a:ext cx="1372598" cy="121877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Stm32f103c8 </a:t>
            </a: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韌體驅動板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A620F6-1938-18BB-77F2-1611BE65FA0A}"/>
              </a:ext>
            </a:extLst>
          </p:cNvPr>
          <p:cNvSpPr/>
          <p:nvPr/>
        </p:nvSpPr>
        <p:spPr>
          <a:xfrm>
            <a:off x="5427129" y="5432318"/>
            <a:ext cx="1202271" cy="7444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降壓模組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cxnSp>
        <p:nvCxnSpPr>
          <p:cNvPr id="75" name="接點: 肘形 74">
            <a:extLst>
              <a:ext uri="{FF2B5EF4-FFF2-40B4-BE49-F238E27FC236}">
                <a16:creationId xmlns:a16="http://schemas.microsoft.com/office/drawing/2014/main" id="{073F61AE-08E1-9880-5BC8-9C9429E9F168}"/>
              </a:ext>
            </a:extLst>
          </p:cNvPr>
          <p:cNvCxnSpPr>
            <a:cxnSpLocks/>
          </p:cNvCxnSpPr>
          <p:nvPr/>
        </p:nvCxnSpPr>
        <p:spPr>
          <a:xfrm rot="16200000" flipV="1">
            <a:off x="2566979" y="2625240"/>
            <a:ext cx="2479070" cy="1987003"/>
          </a:xfrm>
          <a:prstGeom prst="bentConnector3">
            <a:avLst>
              <a:gd name="adj1" fmla="val 99487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接點: 肘形 80">
            <a:extLst>
              <a:ext uri="{FF2B5EF4-FFF2-40B4-BE49-F238E27FC236}">
                <a16:creationId xmlns:a16="http://schemas.microsoft.com/office/drawing/2014/main" id="{85628AC5-EE69-D93A-F40F-DF7A274F566F}"/>
              </a:ext>
            </a:extLst>
          </p:cNvPr>
          <p:cNvCxnSpPr>
            <a:cxnSpLocks/>
          </p:cNvCxnSpPr>
          <p:nvPr/>
        </p:nvCxnSpPr>
        <p:spPr>
          <a:xfrm rot="16200000" flipV="1">
            <a:off x="2806991" y="2949152"/>
            <a:ext cx="2139561" cy="1392373"/>
          </a:xfrm>
          <a:prstGeom prst="bentConnector3">
            <a:avLst>
              <a:gd name="adj1" fmla="val 99505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A27EFF92-654C-6FD8-69FB-3042FFFD38DB}"/>
              </a:ext>
            </a:extLst>
          </p:cNvPr>
          <p:cNvSpPr/>
          <p:nvPr/>
        </p:nvSpPr>
        <p:spPr>
          <a:xfrm>
            <a:off x="7132226" y="5432317"/>
            <a:ext cx="1202271" cy="74449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PWM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模組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9643DC8A-48D7-5A9D-A428-C05E7B6E81B3}"/>
              </a:ext>
            </a:extLst>
          </p:cNvPr>
          <p:cNvSpPr/>
          <p:nvPr/>
        </p:nvSpPr>
        <p:spPr>
          <a:xfrm>
            <a:off x="9191562" y="5404394"/>
            <a:ext cx="800344" cy="80034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滾輪馬達</a:t>
            </a:r>
          </a:p>
        </p:txBody>
      </p: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5B97D860-BCEC-752D-7667-1C1C12942C36}"/>
              </a:ext>
            </a:extLst>
          </p:cNvPr>
          <p:cNvCxnSpPr/>
          <p:nvPr/>
        </p:nvCxnSpPr>
        <p:spPr>
          <a:xfrm>
            <a:off x="7109012" y="1968231"/>
            <a:ext cx="11016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>
            <a:extLst>
              <a:ext uri="{FF2B5EF4-FFF2-40B4-BE49-F238E27FC236}">
                <a16:creationId xmlns:a16="http://schemas.microsoft.com/office/drawing/2014/main" id="{18555F9C-8001-8951-8E50-AF8D167E4D47}"/>
              </a:ext>
            </a:extLst>
          </p:cNvPr>
          <p:cNvCxnSpPr/>
          <p:nvPr/>
        </p:nvCxnSpPr>
        <p:spPr>
          <a:xfrm>
            <a:off x="7109011" y="2192133"/>
            <a:ext cx="11016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A1265D63-7044-D39D-9C00-45491F1D5F8B}"/>
              </a:ext>
            </a:extLst>
          </p:cNvPr>
          <p:cNvSpPr txBox="1"/>
          <p:nvPr/>
        </p:nvSpPr>
        <p:spPr>
          <a:xfrm>
            <a:off x="7830235" y="1685177"/>
            <a:ext cx="4728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RX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7EC3B6E9-2A48-EC51-2FEC-30742ABD8AF7}"/>
              </a:ext>
            </a:extLst>
          </p:cNvPr>
          <p:cNvSpPr txBox="1"/>
          <p:nvPr/>
        </p:nvSpPr>
        <p:spPr>
          <a:xfrm>
            <a:off x="7849406" y="2184288"/>
            <a:ext cx="415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TX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C7796B95-728B-1DC7-42B6-393C1E2C0D9B}"/>
              </a:ext>
            </a:extLst>
          </p:cNvPr>
          <p:cNvSpPr txBox="1"/>
          <p:nvPr/>
        </p:nvSpPr>
        <p:spPr>
          <a:xfrm>
            <a:off x="7068735" y="1682002"/>
            <a:ext cx="465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TX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2DF592A8-CBD3-C36A-28AB-1FC00DC3C99C}"/>
              </a:ext>
            </a:extLst>
          </p:cNvPr>
          <p:cNvSpPr txBox="1"/>
          <p:nvPr/>
        </p:nvSpPr>
        <p:spPr>
          <a:xfrm>
            <a:off x="7075580" y="2187036"/>
            <a:ext cx="465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RX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641FE8FC-8022-B881-4CE9-E67B3945A0F2}"/>
              </a:ext>
            </a:extLst>
          </p:cNvPr>
          <p:cNvSpPr txBox="1"/>
          <p:nvPr/>
        </p:nvSpPr>
        <p:spPr>
          <a:xfrm>
            <a:off x="6205446" y="3551072"/>
            <a:ext cx="552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SDA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EBA73A12-073C-E0E1-1328-8BAF96C32734}"/>
              </a:ext>
            </a:extLst>
          </p:cNvPr>
          <p:cNvSpPr txBox="1"/>
          <p:nvPr/>
        </p:nvSpPr>
        <p:spPr>
          <a:xfrm>
            <a:off x="6641139" y="3550923"/>
            <a:ext cx="564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SCL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88E02ADE-2DFE-70D9-19C1-B0CA4DFD462B}"/>
              </a:ext>
            </a:extLst>
          </p:cNvPr>
          <p:cNvSpPr/>
          <p:nvPr/>
        </p:nvSpPr>
        <p:spPr>
          <a:xfrm>
            <a:off x="5736414" y="3576275"/>
            <a:ext cx="1372598" cy="121877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BNO055</a:t>
            </a:r>
          </a:p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9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軸加速度感測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C6518B75-B331-246D-4A83-3F8CDB8D5B48}"/>
              </a:ext>
            </a:extLst>
          </p:cNvPr>
          <p:cNvSpPr txBox="1"/>
          <p:nvPr/>
        </p:nvSpPr>
        <p:spPr>
          <a:xfrm>
            <a:off x="6411167" y="2341765"/>
            <a:ext cx="785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I2C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1B23EB02-FFC6-8168-ECB9-D468F8FDDA70}"/>
              </a:ext>
            </a:extLst>
          </p:cNvPr>
          <p:cNvSpPr/>
          <p:nvPr/>
        </p:nvSpPr>
        <p:spPr>
          <a:xfrm>
            <a:off x="7436225" y="3246678"/>
            <a:ext cx="1015878" cy="186700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USB</a:t>
            </a:r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HUB</a:t>
            </a:r>
          </a:p>
        </p:txBody>
      </p:sp>
      <p:cxnSp>
        <p:nvCxnSpPr>
          <p:cNvPr id="130" name="接點: 肘形 129">
            <a:extLst>
              <a:ext uri="{FF2B5EF4-FFF2-40B4-BE49-F238E27FC236}">
                <a16:creationId xmlns:a16="http://schemas.microsoft.com/office/drawing/2014/main" id="{4AF44284-2965-7954-6B85-79E63E0CD121}"/>
              </a:ext>
            </a:extLst>
          </p:cNvPr>
          <p:cNvCxnSpPr>
            <a:endCxn id="126" idx="0"/>
          </p:cNvCxnSpPr>
          <p:nvPr/>
        </p:nvCxnSpPr>
        <p:spPr>
          <a:xfrm>
            <a:off x="7109011" y="2655892"/>
            <a:ext cx="835153" cy="590786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矩形: 圓角 130">
            <a:extLst>
              <a:ext uri="{FF2B5EF4-FFF2-40B4-BE49-F238E27FC236}">
                <a16:creationId xmlns:a16="http://schemas.microsoft.com/office/drawing/2014/main" id="{3250855F-CF18-6198-05E1-3B0786FD1A65}"/>
              </a:ext>
            </a:extLst>
          </p:cNvPr>
          <p:cNvSpPr/>
          <p:nvPr/>
        </p:nvSpPr>
        <p:spPr>
          <a:xfrm>
            <a:off x="9098209" y="4441145"/>
            <a:ext cx="1892366" cy="51832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Astra Pro</a:t>
            </a: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深度攝像機</a:t>
            </a:r>
          </a:p>
        </p:txBody>
      </p: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7AC59151-980B-6C07-9A74-62390977D91B}"/>
              </a:ext>
            </a:extLst>
          </p:cNvPr>
          <p:cNvCxnSpPr>
            <a:cxnSpLocks/>
            <a:endCxn id="131" idx="1"/>
          </p:cNvCxnSpPr>
          <p:nvPr/>
        </p:nvCxnSpPr>
        <p:spPr>
          <a:xfrm>
            <a:off x="8452103" y="4700306"/>
            <a:ext cx="64610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橢圓 135">
            <a:extLst>
              <a:ext uri="{FF2B5EF4-FFF2-40B4-BE49-F238E27FC236}">
                <a16:creationId xmlns:a16="http://schemas.microsoft.com/office/drawing/2014/main" id="{3839ABD5-BFD5-ABD6-FC97-E2A856CDCA6B}"/>
              </a:ext>
            </a:extLst>
          </p:cNvPr>
          <p:cNvSpPr/>
          <p:nvPr/>
        </p:nvSpPr>
        <p:spPr>
          <a:xfrm>
            <a:off x="9081439" y="3014426"/>
            <a:ext cx="1278190" cy="127819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SlamtecA1</a:t>
            </a: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光達</a:t>
            </a:r>
          </a:p>
        </p:txBody>
      </p:sp>
      <p:cxnSp>
        <p:nvCxnSpPr>
          <p:cNvPr id="138" name="直線接點 137">
            <a:extLst>
              <a:ext uri="{FF2B5EF4-FFF2-40B4-BE49-F238E27FC236}">
                <a16:creationId xmlns:a16="http://schemas.microsoft.com/office/drawing/2014/main" id="{E7ED6706-23A2-EDCF-BB19-94434670C4DA}"/>
              </a:ext>
            </a:extLst>
          </p:cNvPr>
          <p:cNvCxnSpPr>
            <a:endCxn id="136" idx="2"/>
          </p:cNvCxnSpPr>
          <p:nvPr/>
        </p:nvCxnSpPr>
        <p:spPr>
          <a:xfrm>
            <a:off x="8452103" y="3653521"/>
            <a:ext cx="6293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流程圖: 接點 4">
            <a:extLst>
              <a:ext uri="{FF2B5EF4-FFF2-40B4-BE49-F238E27FC236}">
                <a16:creationId xmlns:a16="http://schemas.microsoft.com/office/drawing/2014/main" id="{85A92F09-0AC9-1CB5-1F50-1B88CA27E8E0}"/>
              </a:ext>
            </a:extLst>
          </p:cNvPr>
          <p:cNvSpPr/>
          <p:nvPr/>
        </p:nvSpPr>
        <p:spPr>
          <a:xfrm>
            <a:off x="2714181" y="2304556"/>
            <a:ext cx="170901" cy="170901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E8B2E6B8-D8FD-7D9C-80F6-A594D7837A9E}"/>
              </a:ext>
            </a:extLst>
          </p:cNvPr>
          <p:cNvSpPr/>
          <p:nvPr/>
        </p:nvSpPr>
        <p:spPr>
          <a:xfrm>
            <a:off x="3086444" y="2496285"/>
            <a:ext cx="170901" cy="170901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ABECE644-3C0A-5874-93DC-51E3C12FB70F}"/>
              </a:ext>
            </a:extLst>
          </p:cNvPr>
          <p:cNvGrpSpPr/>
          <p:nvPr/>
        </p:nvGrpSpPr>
        <p:grpSpPr>
          <a:xfrm rot="16200000">
            <a:off x="1798032" y="4948396"/>
            <a:ext cx="650995" cy="356997"/>
            <a:chOff x="3980329" y="1308847"/>
            <a:chExt cx="833718" cy="457200"/>
          </a:xfrm>
        </p:grpSpPr>
        <p:sp>
          <p:nvSpPr>
            <p:cNvPr id="9" name="流程圖: 接點 8">
              <a:extLst>
                <a:ext uri="{FF2B5EF4-FFF2-40B4-BE49-F238E27FC236}">
                  <a16:creationId xmlns:a16="http://schemas.microsoft.com/office/drawing/2014/main" id="{CAED5B53-1AD6-A5C8-4E02-14021D6858EE}"/>
                </a:ext>
              </a:extLst>
            </p:cNvPr>
            <p:cNvSpPr/>
            <p:nvPr/>
          </p:nvSpPr>
          <p:spPr>
            <a:xfrm>
              <a:off x="3980329" y="1604682"/>
              <a:ext cx="161365" cy="161365"/>
            </a:xfrm>
            <a:prstGeom prst="flowChartConnector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endParaRPr>
            </a:p>
          </p:txBody>
        </p:sp>
        <p:sp>
          <p:nvSpPr>
            <p:cNvPr id="14" name="流程圖: 接點 13">
              <a:extLst>
                <a:ext uri="{FF2B5EF4-FFF2-40B4-BE49-F238E27FC236}">
                  <a16:creationId xmlns:a16="http://schemas.microsoft.com/office/drawing/2014/main" id="{5C10C24C-0BC6-755F-C60A-E9203F18094C}"/>
                </a:ext>
              </a:extLst>
            </p:cNvPr>
            <p:cNvSpPr/>
            <p:nvPr/>
          </p:nvSpPr>
          <p:spPr>
            <a:xfrm>
              <a:off x="4652682" y="1595717"/>
              <a:ext cx="161365" cy="161365"/>
            </a:xfrm>
            <a:prstGeom prst="flowChartConnector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endParaRPr>
            </a:p>
          </p:txBody>
        </p: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6FE4065D-7876-0812-C7C9-D3D6FD0BD349}"/>
                </a:ext>
              </a:extLst>
            </p:cNvPr>
            <p:cNvCxnSpPr>
              <a:stCxn id="9" idx="1"/>
            </p:cNvCxnSpPr>
            <p:nvPr/>
          </p:nvCxnSpPr>
          <p:spPr>
            <a:xfrm flipV="1">
              <a:off x="4003960" y="1308847"/>
              <a:ext cx="577005" cy="31946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7D0BCCD-6C25-FBEC-1AEA-D19A7E152683}"/>
              </a:ext>
            </a:extLst>
          </p:cNvPr>
          <p:cNvSpPr txBox="1"/>
          <p:nvPr/>
        </p:nvSpPr>
        <p:spPr>
          <a:xfrm>
            <a:off x="2818374" y="4027823"/>
            <a:ext cx="702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22.2V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7665848C-394B-63F6-7688-574BF6517F64}"/>
              </a:ext>
            </a:extLst>
          </p:cNvPr>
          <p:cNvSpPr txBox="1"/>
          <p:nvPr/>
        </p:nvSpPr>
        <p:spPr>
          <a:xfrm>
            <a:off x="2713290" y="2940375"/>
            <a:ext cx="53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19V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27FAF06-8BCE-9705-6EEC-A94A9DB72064}"/>
              </a:ext>
            </a:extLst>
          </p:cNvPr>
          <p:cNvSpPr txBox="1"/>
          <p:nvPr/>
        </p:nvSpPr>
        <p:spPr>
          <a:xfrm>
            <a:off x="4912660" y="5650464"/>
            <a:ext cx="53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19V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4061639-76FB-D182-1965-E3340E31EE86}"/>
              </a:ext>
            </a:extLst>
          </p:cNvPr>
          <p:cNvSpPr txBox="1"/>
          <p:nvPr/>
        </p:nvSpPr>
        <p:spPr>
          <a:xfrm>
            <a:off x="6642161" y="5661232"/>
            <a:ext cx="53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12V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B1C2F71-89EA-1E7F-E7ED-06E132966B18}"/>
              </a:ext>
            </a:extLst>
          </p:cNvPr>
          <p:cNvSpPr txBox="1"/>
          <p:nvPr/>
        </p:nvSpPr>
        <p:spPr>
          <a:xfrm>
            <a:off x="4840004" y="1707402"/>
            <a:ext cx="1030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Power IN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F1EAA6D-EDBA-FFE6-BCCF-2BFB0AD61DDD}"/>
              </a:ext>
            </a:extLst>
          </p:cNvPr>
          <p:cNvSpPr txBox="1"/>
          <p:nvPr/>
        </p:nvSpPr>
        <p:spPr>
          <a:xfrm>
            <a:off x="5751964" y="2515082"/>
            <a:ext cx="588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3.3V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34D1EC7B-5147-B36F-E852-930BA270A4F8}"/>
              </a:ext>
            </a:extLst>
          </p:cNvPr>
          <p:cNvSpPr txBox="1"/>
          <p:nvPr/>
        </p:nvSpPr>
        <p:spPr>
          <a:xfrm>
            <a:off x="5757902" y="3553290"/>
            <a:ext cx="596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3.3V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159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405B0-2134-E7FD-B001-74A153FF3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文字方塊 67">
            <a:extLst>
              <a:ext uri="{FF2B5EF4-FFF2-40B4-BE49-F238E27FC236}">
                <a16:creationId xmlns:a16="http://schemas.microsoft.com/office/drawing/2014/main" id="{80D3ED66-B5F0-1D2E-6B48-E0D5521E6782}"/>
              </a:ext>
            </a:extLst>
          </p:cNvPr>
          <p:cNvSpPr txBox="1"/>
          <p:nvPr/>
        </p:nvSpPr>
        <p:spPr>
          <a:xfrm>
            <a:off x="6424604" y="2482646"/>
            <a:ext cx="5900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A10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865FF278-1105-103C-CD9C-4A43B8E4C6CC}"/>
              </a:ext>
            </a:extLst>
          </p:cNvPr>
          <p:cNvCxnSpPr/>
          <p:nvPr/>
        </p:nvCxnSpPr>
        <p:spPr>
          <a:xfrm>
            <a:off x="7109012" y="1685364"/>
            <a:ext cx="110166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3A925F28-87EE-64B3-6265-5ECE64572460}"/>
              </a:ext>
            </a:extLst>
          </p:cNvPr>
          <p:cNvCxnSpPr/>
          <p:nvPr/>
        </p:nvCxnSpPr>
        <p:spPr>
          <a:xfrm>
            <a:off x="7109012" y="1891552"/>
            <a:ext cx="110166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9EB54042-9540-963E-39D1-BF05D87FDEB4}"/>
              </a:ext>
            </a:extLst>
          </p:cNvPr>
          <p:cNvCxnSpPr/>
          <p:nvPr/>
        </p:nvCxnSpPr>
        <p:spPr>
          <a:xfrm>
            <a:off x="5943600" y="2787167"/>
            <a:ext cx="0" cy="78910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A1D2BAD0-31DD-74FC-1FDC-309EA24702C0}"/>
              </a:ext>
            </a:extLst>
          </p:cNvPr>
          <p:cNvCxnSpPr>
            <a:cxnSpLocks/>
          </p:cNvCxnSpPr>
          <p:nvPr/>
        </p:nvCxnSpPr>
        <p:spPr>
          <a:xfrm>
            <a:off x="6131112" y="2787167"/>
            <a:ext cx="0" cy="78910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5037F7EF-877F-7D24-8C39-8744722430E6}"/>
              </a:ext>
            </a:extLst>
          </p:cNvPr>
          <p:cNvCxnSpPr>
            <a:stCxn id="3" idx="0"/>
          </p:cNvCxnSpPr>
          <p:nvPr/>
        </p:nvCxnSpPr>
        <p:spPr>
          <a:xfrm rot="5400000" flipH="1" flipV="1">
            <a:off x="4025233" y="1192956"/>
            <a:ext cx="860183" cy="2562179"/>
          </a:xfrm>
          <a:prstGeom prst="bentConnector2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D33D62F5-13E9-0775-69A8-83A91BA6A570}"/>
              </a:ext>
            </a:extLst>
          </p:cNvPr>
          <p:cNvCxnSpPr>
            <a:cxnSpLocks/>
            <a:stCxn id="30" idx="6"/>
          </p:cNvCxnSpPr>
          <p:nvPr/>
        </p:nvCxnSpPr>
        <p:spPr>
          <a:xfrm>
            <a:off x="4867835" y="1676400"/>
            <a:ext cx="868579" cy="896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接點: 肘形 34">
            <a:extLst>
              <a:ext uri="{FF2B5EF4-FFF2-40B4-BE49-F238E27FC236}">
                <a16:creationId xmlns:a16="http://schemas.microsoft.com/office/drawing/2014/main" id="{5165BE7E-BE92-B357-CB17-BDED18C5DF3E}"/>
              </a:ext>
            </a:extLst>
          </p:cNvPr>
          <p:cNvCxnSpPr>
            <a:endCxn id="29" idx="2"/>
          </p:cNvCxnSpPr>
          <p:nvPr/>
        </p:nvCxnSpPr>
        <p:spPr>
          <a:xfrm rot="5400000" flipH="1" flipV="1">
            <a:off x="2823597" y="1693616"/>
            <a:ext cx="1218771" cy="1202270"/>
          </a:xfrm>
          <a:prstGeom prst="bentConnector2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746B21E8-741D-8A18-0271-5F10F8B08614}"/>
              </a:ext>
            </a:extLst>
          </p:cNvPr>
          <p:cNvCxnSpPr>
            <a:cxnSpLocks/>
            <a:endCxn id="10" idx="0"/>
          </p:cNvCxnSpPr>
          <p:nvPr/>
        </p:nvCxnSpPr>
        <p:spPr>
          <a:xfrm rot="5400000">
            <a:off x="2292254" y="4681293"/>
            <a:ext cx="1032626" cy="383740"/>
          </a:xfrm>
          <a:prstGeom prst="bentConnector4">
            <a:avLst>
              <a:gd name="adj1" fmla="val 44791"/>
              <a:gd name="adj2" fmla="val 159572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2D141EAB-F203-F11A-CE7B-6828A8645060}"/>
              </a:ext>
            </a:extLst>
          </p:cNvPr>
          <p:cNvCxnSpPr>
            <a:cxnSpLocks/>
            <a:endCxn id="4" idx="2"/>
          </p:cNvCxnSpPr>
          <p:nvPr/>
        </p:nvCxnSpPr>
        <p:spPr>
          <a:xfrm rot="16200000" flipH="1">
            <a:off x="2991256" y="4672568"/>
            <a:ext cx="1034854" cy="403412"/>
          </a:xfrm>
          <a:prstGeom prst="bentConnector4">
            <a:avLst>
              <a:gd name="adj1" fmla="val 46968"/>
              <a:gd name="adj2" fmla="val 180248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E7F91C05-9EA5-8D1A-2E79-258244F49B86}"/>
              </a:ext>
            </a:extLst>
          </p:cNvPr>
          <p:cNvSpPr/>
          <p:nvPr/>
        </p:nvSpPr>
        <p:spPr>
          <a:xfrm>
            <a:off x="2616696" y="2904136"/>
            <a:ext cx="1115078" cy="145271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充放電模組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83CAFABC-8690-B618-9EFD-69251847418E}"/>
              </a:ext>
            </a:extLst>
          </p:cNvPr>
          <p:cNvGrpSpPr/>
          <p:nvPr/>
        </p:nvGrpSpPr>
        <p:grpSpPr>
          <a:xfrm>
            <a:off x="2616696" y="5054524"/>
            <a:ext cx="1093692" cy="674354"/>
            <a:chOff x="2531534" y="5135206"/>
            <a:chExt cx="1093692" cy="674354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568B4072-6863-70BD-ACA3-0E829C2156ED}"/>
                </a:ext>
              </a:extLst>
            </p:cNvPr>
            <p:cNvGrpSpPr/>
            <p:nvPr/>
          </p:nvGrpSpPr>
          <p:grpSpPr>
            <a:xfrm rot="16200000">
              <a:off x="2741203" y="4925537"/>
              <a:ext cx="674354" cy="1093692"/>
              <a:chOff x="3556991" y="5271247"/>
              <a:chExt cx="674354" cy="1093692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6D12AA3-EDA3-25BA-E446-524AAAEE1F00}"/>
                  </a:ext>
                </a:extLst>
              </p:cNvPr>
              <p:cNvSpPr/>
              <p:nvPr/>
            </p:nvSpPr>
            <p:spPr>
              <a:xfrm>
                <a:off x="3556991" y="5486398"/>
                <a:ext cx="674354" cy="87854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400" dirty="0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6930278-1EF3-0AA9-1858-27F2D2F70C3D}"/>
                  </a:ext>
                </a:extLst>
              </p:cNvPr>
              <p:cNvSpPr/>
              <p:nvPr/>
            </p:nvSpPr>
            <p:spPr>
              <a:xfrm>
                <a:off x="3731774" y="5271247"/>
                <a:ext cx="329238" cy="2151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40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FF981B42-7C15-3B5A-3F29-5AEEE28FF81E}"/>
                </a:ext>
              </a:extLst>
            </p:cNvPr>
            <p:cNvSpPr txBox="1"/>
            <p:nvPr/>
          </p:nvSpPr>
          <p:spPr>
            <a:xfrm>
              <a:off x="2915276" y="5305538"/>
              <a:ext cx="613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rPr>
                <a:t>電池</a:t>
              </a:r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FF3AB2AC-38EC-A3D1-E2CB-5D0D1962BF3F}"/>
              </a:ext>
            </a:extLst>
          </p:cNvPr>
          <p:cNvGrpSpPr/>
          <p:nvPr/>
        </p:nvGrpSpPr>
        <p:grpSpPr>
          <a:xfrm>
            <a:off x="4034117" y="1308847"/>
            <a:ext cx="833718" cy="457200"/>
            <a:chOff x="3980329" y="1308847"/>
            <a:chExt cx="833718" cy="457200"/>
          </a:xfrm>
        </p:grpSpPr>
        <p:sp>
          <p:nvSpPr>
            <p:cNvPr id="29" name="流程圖: 接點 28">
              <a:extLst>
                <a:ext uri="{FF2B5EF4-FFF2-40B4-BE49-F238E27FC236}">
                  <a16:creationId xmlns:a16="http://schemas.microsoft.com/office/drawing/2014/main" id="{D7B0C22A-0C8F-1C18-B06F-1D0A00746E0B}"/>
                </a:ext>
              </a:extLst>
            </p:cNvPr>
            <p:cNvSpPr/>
            <p:nvPr/>
          </p:nvSpPr>
          <p:spPr>
            <a:xfrm>
              <a:off x="3980329" y="1604682"/>
              <a:ext cx="161365" cy="161365"/>
            </a:xfrm>
            <a:prstGeom prst="flowChartConnector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endParaRPr>
            </a:p>
          </p:txBody>
        </p:sp>
        <p:sp>
          <p:nvSpPr>
            <p:cNvPr id="30" name="流程圖: 接點 29">
              <a:extLst>
                <a:ext uri="{FF2B5EF4-FFF2-40B4-BE49-F238E27FC236}">
                  <a16:creationId xmlns:a16="http://schemas.microsoft.com/office/drawing/2014/main" id="{2152FBAB-F0FC-9C95-F915-6F8E514474F3}"/>
                </a:ext>
              </a:extLst>
            </p:cNvPr>
            <p:cNvSpPr/>
            <p:nvPr/>
          </p:nvSpPr>
          <p:spPr>
            <a:xfrm>
              <a:off x="4652682" y="1595717"/>
              <a:ext cx="161365" cy="161365"/>
            </a:xfrm>
            <a:prstGeom prst="flowChartConnector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endParaRPr>
            </a:p>
          </p:txBody>
        </p: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88FFC3EF-F3F7-EE0F-91F4-EC1DB7F85222}"/>
                </a:ext>
              </a:extLst>
            </p:cNvPr>
            <p:cNvCxnSpPr>
              <a:stCxn id="29" idx="1"/>
            </p:cNvCxnSpPr>
            <p:nvPr/>
          </p:nvCxnSpPr>
          <p:spPr>
            <a:xfrm flipV="1">
              <a:off x="4003960" y="1308847"/>
              <a:ext cx="577005" cy="31946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84A76572-9D34-FC72-5D4A-BFB92ED3BE8B}"/>
              </a:ext>
            </a:extLst>
          </p:cNvPr>
          <p:cNvSpPr/>
          <p:nvPr/>
        </p:nvSpPr>
        <p:spPr>
          <a:xfrm>
            <a:off x="5736414" y="1568395"/>
            <a:ext cx="1372598" cy="121877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Stm32f103c8 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DDA3CDA-EAC5-EF7E-2230-041DB1572DED}"/>
              </a:ext>
            </a:extLst>
          </p:cNvPr>
          <p:cNvSpPr/>
          <p:nvPr/>
        </p:nvSpPr>
        <p:spPr>
          <a:xfrm>
            <a:off x="8210673" y="1568395"/>
            <a:ext cx="1372598" cy="121877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搖桿模組</a:t>
            </a:r>
            <a:endParaRPr lang="en-US" altLang="zh-TW" sz="1400" dirty="0">
              <a:solidFill>
                <a:schemeClr val="tx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3E694CF-6B49-D101-8970-B8255EBD09D4}"/>
              </a:ext>
            </a:extLst>
          </p:cNvPr>
          <p:cNvSpPr/>
          <p:nvPr/>
        </p:nvSpPr>
        <p:spPr>
          <a:xfrm>
            <a:off x="5736414" y="3576275"/>
            <a:ext cx="1372598" cy="121877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HC12</a:t>
            </a:r>
          </a:p>
          <a:p>
            <a:pPr algn="ctr"/>
            <a:r>
              <a:rPr lang="zh-TW" altLang="en-US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遙控模組</a:t>
            </a:r>
            <a:r>
              <a:rPr lang="en-US" altLang="zh-TW" sz="1400" dirty="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9F7FC9B5-80EA-09F2-1DD5-67BADA113D09}"/>
              </a:ext>
            </a:extLst>
          </p:cNvPr>
          <p:cNvCxnSpPr>
            <a:stCxn id="36" idx="3"/>
            <a:endCxn id="40" idx="1"/>
          </p:cNvCxnSpPr>
          <p:nvPr/>
        </p:nvCxnSpPr>
        <p:spPr>
          <a:xfrm>
            <a:off x="7109012" y="2177781"/>
            <a:ext cx="11016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7BC7D719-D75D-B39F-F1F4-12F6F85111AE}"/>
              </a:ext>
            </a:extLst>
          </p:cNvPr>
          <p:cNvCxnSpPr/>
          <p:nvPr/>
        </p:nvCxnSpPr>
        <p:spPr>
          <a:xfrm>
            <a:off x="7109011" y="2401683"/>
            <a:ext cx="110166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EDA66E88-24AE-6D7B-F58F-93597831A712}"/>
              </a:ext>
            </a:extLst>
          </p:cNvPr>
          <p:cNvSpPr txBox="1"/>
          <p:nvPr/>
        </p:nvSpPr>
        <p:spPr>
          <a:xfrm>
            <a:off x="7966197" y="1923302"/>
            <a:ext cx="244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X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51706DC5-5595-6620-F9AA-5B0E9801A072}"/>
              </a:ext>
            </a:extLst>
          </p:cNvPr>
          <p:cNvSpPr txBox="1"/>
          <p:nvPr/>
        </p:nvSpPr>
        <p:spPr>
          <a:xfrm>
            <a:off x="7963518" y="2374788"/>
            <a:ext cx="244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Y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A62CD928-C81E-558C-37E8-304A0A42C6C3}"/>
              </a:ext>
            </a:extLst>
          </p:cNvPr>
          <p:cNvSpPr txBox="1"/>
          <p:nvPr/>
        </p:nvSpPr>
        <p:spPr>
          <a:xfrm>
            <a:off x="7059210" y="1910602"/>
            <a:ext cx="465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A0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C394BB9C-0FCB-5BDE-1FB7-ED67F3F37008}"/>
              </a:ext>
            </a:extLst>
          </p:cNvPr>
          <p:cNvSpPr txBox="1"/>
          <p:nvPr/>
        </p:nvSpPr>
        <p:spPr>
          <a:xfrm>
            <a:off x="7056530" y="2368011"/>
            <a:ext cx="465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A1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AC88C443-EBEE-DD94-7BDC-7DFF0DB042AE}"/>
              </a:ext>
            </a:extLst>
          </p:cNvPr>
          <p:cNvCxnSpPr>
            <a:stCxn id="36" idx="2"/>
            <a:endCxn id="41" idx="0"/>
          </p:cNvCxnSpPr>
          <p:nvPr/>
        </p:nvCxnSpPr>
        <p:spPr>
          <a:xfrm>
            <a:off x="6422713" y="2787167"/>
            <a:ext cx="0" cy="7891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8958A34E-372B-0A74-BA6C-7E5AD155E7D5}"/>
              </a:ext>
            </a:extLst>
          </p:cNvPr>
          <p:cNvCxnSpPr/>
          <p:nvPr/>
        </p:nvCxnSpPr>
        <p:spPr>
          <a:xfrm>
            <a:off x="6664013" y="2787167"/>
            <a:ext cx="0" cy="7891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3AB228D5-7845-9A51-84D0-751B1D350BFD}"/>
              </a:ext>
            </a:extLst>
          </p:cNvPr>
          <p:cNvCxnSpPr/>
          <p:nvPr/>
        </p:nvCxnSpPr>
        <p:spPr>
          <a:xfrm>
            <a:off x="6937063" y="2787167"/>
            <a:ext cx="0" cy="7891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6975836-973E-8967-63F2-DC468F903EFB}"/>
              </a:ext>
            </a:extLst>
          </p:cNvPr>
          <p:cNvSpPr txBox="1"/>
          <p:nvPr/>
        </p:nvSpPr>
        <p:spPr>
          <a:xfrm>
            <a:off x="6178777" y="2482795"/>
            <a:ext cx="465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A9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98495ADC-D639-A716-E4A9-5D0826D7F1FB}"/>
              </a:ext>
            </a:extLst>
          </p:cNvPr>
          <p:cNvSpPr txBox="1"/>
          <p:nvPr/>
        </p:nvSpPr>
        <p:spPr>
          <a:xfrm>
            <a:off x="6770775" y="2482646"/>
            <a:ext cx="465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B0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7088808A-6515-F645-740A-9DBAA76D2A4D}"/>
              </a:ext>
            </a:extLst>
          </p:cNvPr>
          <p:cNvSpPr txBox="1"/>
          <p:nvPr/>
        </p:nvSpPr>
        <p:spPr>
          <a:xfrm>
            <a:off x="6146502" y="3551072"/>
            <a:ext cx="465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RX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00848560-272E-580D-7B95-5B67EA0D378B}"/>
              </a:ext>
            </a:extLst>
          </p:cNvPr>
          <p:cNvSpPr txBox="1"/>
          <p:nvPr/>
        </p:nvSpPr>
        <p:spPr>
          <a:xfrm>
            <a:off x="6403123" y="3550923"/>
            <a:ext cx="548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TX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24EC2B46-7A61-BFC1-AEC1-5367F16A4D0A}"/>
              </a:ext>
            </a:extLst>
          </p:cNvPr>
          <p:cNvSpPr txBox="1"/>
          <p:nvPr/>
        </p:nvSpPr>
        <p:spPr>
          <a:xfrm>
            <a:off x="6639439" y="3550923"/>
            <a:ext cx="590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SET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39A4F470-6CB4-6D25-0A69-E0A27187A57F}"/>
              </a:ext>
            </a:extLst>
          </p:cNvPr>
          <p:cNvSpPr txBox="1"/>
          <p:nvPr/>
        </p:nvSpPr>
        <p:spPr>
          <a:xfrm>
            <a:off x="2918853" y="4063771"/>
            <a:ext cx="613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3.7V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B2B85314-8D97-07D8-6BB3-0220FD961134}"/>
              </a:ext>
            </a:extLst>
          </p:cNvPr>
          <p:cNvSpPr txBox="1"/>
          <p:nvPr/>
        </p:nvSpPr>
        <p:spPr>
          <a:xfrm>
            <a:off x="2730215" y="2932428"/>
            <a:ext cx="613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3.7V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4A1BDCC4-8C19-4318-9834-D784B6C00473}"/>
              </a:ext>
            </a:extLst>
          </p:cNvPr>
          <p:cNvSpPr txBox="1"/>
          <p:nvPr/>
        </p:nvSpPr>
        <p:spPr>
          <a:xfrm>
            <a:off x="5730237" y="3576275"/>
            <a:ext cx="613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3.3V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6" name="文字方塊 75">
            <a:extLst>
              <a:ext uri="{FF2B5EF4-FFF2-40B4-BE49-F238E27FC236}">
                <a16:creationId xmlns:a16="http://schemas.microsoft.com/office/drawing/2014/main" id="{B53EBB1D-9E40-2B19-5769-EAA742472A48}"/>
              </a:ext>
            </a:extLst>
          </p:cNvPr>
          <p:cNvSpPr txBox="1"/>
          <p:nvPr/>
        </p:nvSpPr>
        <p:spPr>
          <a:xfrm>
            <a:off x="8175069" y="1614047"/>
            <a:ext cx="613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3.3V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99AD9554-9178-DB63-A6A3-716CE0809C92}"/>
              </a:ext>
            </a:extLst>
          </p:cNvPr>
          <p:cNvSpPr txBox="1"/>
          <p:nvPr/>
        </p:nvSpPr>
        <p:spPr>
          <a:xfrm>
            <a:off x="6576553" y="1631627"/>
            <a:ext cx="6130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3.3V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057C666D-5E72-DF97-9036-8EBED476E34B}"/>
              </a:ext>
            </a:extLst>
          </p:cNvPr>
          <p:cNvSpPr txBox="1"/>
          <p:nvPr/>
        </p:nvSpPr>
        <p:spPr>
          <a:xfrm>
            <a:off x="5753762" y="2474045"/>
            <a:ext cx="552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3.3V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2DA54DD9-F3BF-B5B5-195D-720E4F98029C}"/>
              </a:ext>
            </a:extLst>
          </p:cNvPr>
          <p:cNvSpPr txBox="1"/>
          <p:nvPr/>
        </p:nvSpPr>
        <p:spPr>
          <a:xfrm>
            <a:off x="5725682" y="1708413"/>
            <a:ext cx="476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Vin</a:t>
            </a:r>
            <a:endParaRPr lang="zh-TW" altLang="en-US" sz="14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859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194</Words>
  <Application>Microsoft Office PowerPoint</Application>
  <PresentationFormat>寬螢幕</PresentationFormat>
  <Paragraphs>138</Paragraphs>
  <Slides>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標楷體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啟軒 高</dc:creator>
  <cp:lastModifiedBy>啟軒 高</cp:lastModifiedBy>
  <cp:revision>34</cp:revision>
  <dcterms:created xsi:type="dcterms:W3CDTF">2025-09-15T16:57:09Z</dcterms:created>
  <dcterms:modified xsi:type="dcterms:W3CDTF">2025-11-21T11:27:13Z</dcterms:modified>
</cp:coreProperties>
</file>