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2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23058,'5130'560'0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26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693 0 22663,'-693'3745'0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30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0 23218,'-742'7373'0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3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4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22277,'3628'3167'0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4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5262 23619,'99'-5262'0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1:48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2533 1266 24522,'-1'50'0,"-2"0"0,-2-1 0,-2 0 0,-1 0 0,-3 0 0,-2-1 0,-1 0 0,-2-1 0,-2-1 0,-2-1 0,-2 0 0,-1-1 0,-3-1 0,0-1 0,-3-1 0,-1-2 0,-1 0 0,-2-2 0,-2-1 0,-1-2 0,-1-1 0,-1-1 0,-2-2 0,-1-2 0,-1-1 0,-1-2 0,0-1 0,-2-3 0,-1-1 0,0-2 0,-1-1 0,-1-3 0,0-1 0,0-3 0,-1-1 0,0-2 0,-1-2 0,0-2 0,1-2 0,-1-2 0,0-2 0,1-2 0,0-2 0,0-2 0,0-1 0,1-3 0,0-1 0,1-3 0,1-1 0,1-2 0,0-1 0,1-3 0,1-1 0,1-2 0,1-1 0,2-2 0,0-2 0,2-1 0,1-1 0,2-2 0,1-1 0,1-2 0,2 0 0,2-2 0,1-1 0,2-1 0,1-1 0,3-1 0,1 0 0,2-1 0,1-1 0,3-1 0,1 0 0,3-1 0,1 0 0,2 0 0,2 0 0,2-1 0,2 0 0,2 1 0,2-1 0,2 0 0,2 1 0,2 0 0,1 1 0,3 0 0,1 0 0,3 1 0,1 1 0,2 0 0,1 1 0,3 2 0,1 0 0,2 1 0,1 1 0,2 1 0,2 2 0,1 1 0,1 1 0,2 1 0,1 2 0,2 2 0,0 1 0,2 1 0,1 3 0,1 0 0,1 3 0,1 1 0,0 2 0,1 2 0,1 2 0,1 2 0,0 1 0,1 2 0,0 3 0,0 1 0,0 2 0,1 2 0,0 2 0,-1 2 0,1 2 0,0 2 0,-1 2 0,0 1 0,-1 3 0,0 2 0,0 1 0,-1 2 0,-1 2 0,0 2 0,-1 2 0,-2 1 0,0 3 0,-1 0 0,-1 3 0,-1 1 0,-2 1 0,-1 2 0,-1 2 0,-1 1 0,-2 1 0,-2 1 0,-1 2 0,-1 1 0,-3 1 0,0 1 0,-3 0 0,-1 2 0,-2 1 0,-2 0 0,-2 1 0,-2 1 0,-1 0 0,-2 0 0,-3 1 0,-1 0 0,-2 1 0,-2 0 0,-2-1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33:09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3316 0 24196,'-3316'2226'0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9C474F-92CD-9900-8518-75B3933FF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AE191C9-F54E-C93F-FE20-9F5AE5F74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13D39B-7FDC-4C98-E193-5A534C4B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13F53C-0790-9282-3338-32DD090D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5D7F9E-497C-3BD5-1E58-2178704C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32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1580DF-0D6D-78AD-4DC1-7B72C63F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8C287C-8A10-171F-37D2-A7FE839B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A3AD8-6022-3F44-C33A-76087FCB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4EBB35-A2CD-D0B6-C27B-F1CE761B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F8FD9C-4B56-BB76-CCE3-1FF9B5DC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96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51470A-C292-365C-0896-1A35A063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42DEC9-0192-2A4F-5BAC-CEEFC2C3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D5114F-AC7F-F37C-A150-C69791D5D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D81B1B-8C8A-45A5-34C9-B531C1EC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288261-E0F4-EAB7-66C3-0B253DE5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55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F68B4E-8E3C-96CC-36AE-3F4B6DBB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01EE5C-2BCC-80C6-CACE-A6421C592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B4B583-7D48-CD6C-9B84-3BC35AF33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69FA1A-9688-E80F-E95A-30209D28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008733-28A7-AB9F-AD3B-934F529B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27709E-FCAA-B8A3-4631-EEF50C6F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58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F2298-7F04-F2E9-E9D5-B758C3F9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E2706E-DDFF-6FC7-73E7-0645F92F0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167904-5BAD-72E7-47C6-6A1FB65F8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8F4C31E-0AAE-0852-E6B6-EC381D5A0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D0B9694-CCC1-B0F6-0161-57211D907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24E00C7-62AB-6EC4-97D5-0CA98017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3817BB5-477D-5B2B-9EA9-6591A146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6CD08B-84F5-692C-5BDF-9C7007BD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088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9816FF-63FF-9F0D-0FE9-B8A3CC71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8888E84-FF39-CEB5-5867-4D25EB02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448FB1-1C99-50AD-2F72-6B5DC2AE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9B79473-DF21-5F7F-564C-72AB3921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4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1CDCA6-9BD6-A53A-E760-AA94475E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D31920B-4C68-E190-E3A3-EC7EF610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B371E4-7ECB-7CEB-486F-5777EB62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0292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01B7E-84BB-7995-CA99-84E498BD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8ADDC5-8D4A-4D6A-894E-05F4959DC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295D9C-B99A-6D52-E4A5-814E8B331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533467-FD0C-809E-8FCE-6716AD7E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A2CA61-F438-4670-FCCB-FA5948BA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AD97EC-8EA6-B1F2-D710-29B737D6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43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273F4-2D24-67CF-BC8D-C2E5BA12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D3C4442-2EB9-3A03-4346-2A6C9023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034BC92-5C19-9ECA-F187-6398A3622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07201E-7528-84C1-8F4B-E1398B75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09B9E5-CBF2-EFC6-B7F0-4EFFF37D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2199BC-3C70-35B8-4F06-B64DF16C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57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77D7A-98B9-CFEF-404B-F6402596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D51491-79AA-DA06-65E5-05F44EDE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983B99-AE9D-3CE2-FE97-7DB46A65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DC4372-8AAA-AE5D-B462-7E2E63EE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C1745F-CCD1-7E6C-202B-5BEB022C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399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2C08BA4-691B-C0BB-7D53-B6787F2FA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1CB4CE3-2D57-AFF3-ACDF-3FE0E06F7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8E04F-A226-9A92-4ABB-A3085433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2FDC5C-8ADB-615C-CCE4-D3E12544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F1E97F-163B-FF52-8440-2043B152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09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859CAD-7AC0-C0E6-966B-AF17CCE0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B98A25-299D-8967-7DFE-EF1039016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3334A8-1479-B722-754A-E98BB740D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49F98-8B28-4699-B91E-6398A1612788}" type="datetimeFigureOut">
              <a:rPr lang="zh-TW" altLang="en-US" smtClean="0"/>
              <a:t>2025/11/23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B458B0-0EA9-CD1C-289F-5C1FB39F5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7695AA-19D4-66CF-8EAA-40D76B328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7D6D0-6CC9-476B-9372-7AD5716C16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92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ED9BCB23-9E38-705E-7EC0-44890145F049}"/>
                  </a:ext>
                </a:extLst>
              </p14:cNvPr>
              <p14:cNvContentPartPr/>
              <p14:nvPr/>
            </p14:nvContentPartPr>
            <p14:xfrm>
              <a:off x="2434189" y="2440117"/>
              <a:ext cx="1847160" cy="20232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ED9BCB23-9E38-705E-7EC0-44890145F0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8069" y="2433997"/>
                <a:ext cx="1859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2D1C9F7-CB5D-EC56-429D-CFB80D15C954}"/>
                  </a:ext>
                </a:extLst>
              </p14:cNvPr>
              <p14:cNvContentPartPr/>
              <p14:nvPr/>
            </p14:nvContentPartPr>
            <p14:xfrm>
              <a:off x="4031509" y="2642077"/>
              <a:ext cx="249840" cy="13485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2D1C9F7-CB5D-EC56-429D-CFB80D15C9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5389" y="2635957"/>
                <a:ext cx="262080" cy="13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AFEA8C1A-525E-0C55-12C7-585879F808DD}"/>
                  </a:ext>
                </a:extLst>
              </p14:cNvPr>
              <p14:cNvContentPartPr/>
              <p14:nvPr/>
            </p14:nvContentPartPr>
            <p14:xfrm>
              <a:off x="3099469" y="2131597"/>
              <a:ext cx="267480" cy="265428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AFEA8C1A-525E-0C55-12C7-585879F808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3349" y="2125477"/>
                <a:ext cx="279720" cy="266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B094A9EC-84A0-8E32-AFE0-EDD87518412A}"/>
                  </a:ext>
                </a:extLst>
              </p14:cNvPr>
              <p14:cNvContentPartPr/>
              <p14:nvPr/>
            </p14:nvContentPartPr>
            <p14:xfrm>
              <a:off x="3087589" y="4797397"/>
              <a:ext cx="360" cy="36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B094A9EC-84A0-8E32-AFE0-EDD875184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81469" y="479127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61972061-76E1-7C93-7284-25577FB10DA5}"/>
                  </a:ext>
                </a:extLst>
              </p14:cNvPr>
              <p14:cNvContentPartPr/>
              <p14:nvPr/>
            </p14:nvContentPartPr>
            <p14:xfrm>
              <a:off x="3117109" y="4797397"/>
              <a:ext cx="1306440" cy="114048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61972061-76E1-7C93-7284-25577FB10D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10989" y="4791277"/>
                <a:ext cx="1318680" cy="11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56F79AC1-C81D-B0F9-A72D-26E2CE8389A6}"/>
                  </a:ext>
                </a:extLst>
              </p14:cNvPr>
              <p14:cNvContentPartPr/>
              <p14:nvPr/>
            </p14:nvContentPartPr>
            <p14:xfrm>
              <a:off x="2434189" y="575677"/>
              <a:ext cx="36000" cy="18943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56F79AC1-C81D-B0F9-A72D-26E2CE8389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28069" y="569557"/>
                <a:ext cx="48240" cy="19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B39F5036-1F49-4C1A-D7A3-CCEB71C21D62}"/>
                  </a:ext>
                </a:extLst>
              </p14:cNvPr>
              <p14:cNvContentPartPr/>
              <p14:nvPr/>
            </p14:nvContentPartPr>
            <p14:xfrm>
              <a:off x="2906149" y="1115317"/>
              <a:ext cx="912240" cy="91224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B39F5036-1F49-4C1A-D7A3-CCEB71C21D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00029" y="1109197"/>
                <a:ext cx="924480" cy="9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5D0E3309-5B27-5E2B-D020-DAE859451F96}"/>
                  </a:ext>
                </a:extLst>
              </p14:cNvPr>
              <p14:cNvContentPartPr/>
              <p14:nvPr/>
            </p14:nvContentPartPr>
            <p14:xfrm>
              <a:off x="1905709" y="4785517"/>
              <a:ext cx="1194120" cy="80172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5D0E3309-5B27-5E2B-D020-DAE859451F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99589" y="4779397"/>
                <a:ext cx="1206360" cy="8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58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F3DA-96F4-E499-0C59-4646B2CB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啥款火柴人– LINE貼圖| LINE STORE">
            <a:extLst>
              <a:ext uri="{FF2B5EF4-FFF2-40B4-BE49-F238E27FC236}">
                <a16:creationId xmlns:a16="http://schemas.microsoft.com/office/drawing/2014/main" id="{9F81928C-240F-37E2-E23D-ABE961051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02" y="816428"/>
            <a:ext cx="4951020" cy="495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21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D01D-92A3-BD6A-2ACD-810CB702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磁碟 2">
            <a:extLst>
              <a:ext uri="{FF2B5EF4-FFF2-40B4-BE49-F238E27FC236}">
                <a16:creationId xmlns:a16="http://schemas.microsoft.com/office/drawing/2014/main" id="{52C4E258-DA9D-2393-7D4A-8DA4AD43E1AF}"/>
              </a:ext>
            </a:extLst>
          </p:cNvPr>
          <p:cNvSpPr/>
          <p:nvPr/>
        </p:nvSpPr>
        <p:spPr>
          <a:xfrm>
            <a:off x="921126" y="2304113"/>
            <a:ext cx="1470213" cy="2249767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感測器數據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05F3F99-8ABB-9DD1-C995-DD9D34445FEB}"/>
              </a:ext>
            </a:extLst>
          </p:cNvPr>
          <p:cNvCxnSpPr>
            <a:cxnSpLocks/>
          </p:cNvCxnSpPr>
          <p:nvPr/>
        </p:nvCxnSpPr>
        <p:spPr>
          <a:xfrm>
            <a:off x="2698380" y="3428996"/>
            <a:ext cx="923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0D54705-1C07-AEFE-F7A3-472401B11F6C}"/>
              </a:ext>
            </a:extLst>
          </p:cNvPr>
          <p:cNvSpPr/>
          <p:nvPr/>
        </p:nvSpPr>
        <p:spPr>
          <a:xfrm>
            <a:off x="3926547" y="2237509"/>
            <a:ext cx="1541929" cy="23829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IBSCR</a:t>
            </a:r>
          </a:p>
          <a:p>
            <a:pPr algn="ctr"/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algn="ctr"/>
            <a:endParaRPr lang="zh-TW" altLang="en-US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3932F84-7F92-6C91-2587-9AC9C01BB233}"/>
              </a:ext>
            </a:extLst>
          </p:cNvPr>
          <p:cNvSpPr/>
          <p:nvPr/>
        </p:nvSpPr>
        <p:spPr>
          <a:xfrm>
            <a:off x="4238070" y="3505200"/>
            <a:ext cx="923365" cy="49305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PFL</a:t>
            </a:r>
            <a:endParaRPr lang="zh-TW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912D98-13C9-235D-858A-D91E42F710EC}"/>
              </a:ext>
            </a:extLst>
          </p:cNvPr>
          <p:cNvCxnSpPr>
            <a:cxnSpLocks/>
          </p:cNvCxnSpPr>
          <p:nvPr/>
        </p:nvCxnSpPr>
        <p:spPr>
          <a:xfrm>
            <a:off x="5674662" y="3428998"/>
            <a:ext cx="923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35BC3266-BF84-2F63-CA12-91E0544F8332}"/>
              </a:ext>
            </a:extLst>
          </p:cNvPr>
          <p:cNvSpPr/>
          <p:nvPr/>
        </p:nvSpPr>
        <p:spPr>
          <a:xfrm>
            <a:off x="6804213" y="2237508"/>
            <a:ext cx="1541929" cy="23829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IBSCR</a:t>
            </a:r>
          </a:p>
          <a:p>
            <a:pPr algn="ctr"/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algn="ctr"/>
            <a:endParaRPr lang="zh-TW" altLang="en-US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86EC3193-8C74-FC85-8550-FE45F87CBE16}"/>
              </a:ext>
            </a:extLst>
          </p:cNvPr>
          <p:cNvSpPr/>
          <p:nvPr/>
        </p:nvSpPr>
        <p:spPr>
          <a:xfrm>
            <a:off x="6833126" y="3505200"/>
            <a:ext cx="1489263" cy="70821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EKF.</a:t>
            </a:r>
          </a:p>
          <a:p>
            <a:pPr algn="ctr"/>
            <a:r>
              <a:rPr lang="en-US" altLang="zh-TW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yaml</a:t>
            </a:r>
            <a:endParaRPr lang="zh-TW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4C62F3-BA4A-D172-708A-E348EBD1731B}"/>
              </a:ext>
            </a:extLst>
          </p:cNvPr>
          <p:cNvCxnSpPr>
            <a:cxnSpLocks/>
          </p:cNvCxnSpPr>
          <p:nvPr/>
        </p:nvCxnSpPr>
        <p:spPr>
          <a:xfrm>
            <a:off x="8552333" y="3428998"/>
            <a:ext cx="923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圖: 磁碟 15">
            <a:extLst>
              <a:ext uri="{FF2B5EF4-FFF2-40B4-BE49-F238E27FC236}">
                <a16:creationId xmlns:a16="http://schemas.microsoft.com/office/drawing/2014/main" id="{F76FE19E-691A-D267-B8D7-471932BB76D6}"/>
              </a:ext>
            </a:extLst>
          </p:cNvPr>
          <p:cNvSpPr/>
          <p:nvPr/>
        </p:nvSpPr>
        <p:spPr>
          <a:xfrm>
            <a:off x="9681879" y="2304113"/>
            <a:ext cx="1470213" cy="2249767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感測器數據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5358-C1A5-FB15-3309-6CF8A86A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579A4136-4646-776D-D3AA-6564F4C2DC16}"/>
              </a:ext>
            </a:extLst>
          </p:cNvPr>
          <p:cNvGrpSpPr/>
          <p:nvPr/>
        </p:nvGrpSpPr>
        <p:grpSpPr>
          <a:xfrm>
            <a:off x="1371598" y="1761564"/>
            <a:ext cx="1595718" cy="3334871"/>
            <a:chOff x="2653553" y="2214282"/>
            <a:chExt cx="1595718" cy="3334871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7D7603D2-F686-8DBB-BAB0-E9F707EAFAD8}"/>
                </a:ext>
              </a:extLst>
            </p:cNvPr>
            <p:cNvSpPr/>
            <p:nvPr/>
          </p:nvSpPr>
          <p:spPr>
            <a:xfrm>
              <a:off x="2913529" y="2214282"/>
              <a:ext cx="1013012" cy="9771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C4FA9682-6B17-E0B5-8322-2D406004DE6A}"/>
                </a:ext>
              </a:extLst>
            </p:cNvPr>
            <p:cNvCxnSpPr>
              <a:cxnSpLocks/>
              <a:stCxn id="2" idx="4"/>
            </p:cNvCxnSpPr>
            <p:nvPr/>
          </p:nvCxnSpPr>
          <p:spPr>
            <a:xfrm>
              <a:off x="3420035" y="3191435"/>
              <a:ext cx="0" cy="16405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309C9C40-7927-A815-4459-6F681E5CADEA}"/>
                </a:ext>
              </a:extLst>
            </p:cNvPr>
            <p:cNvCxnSpPr/>
            <p:nvPr/>
          </p:nvCxnSpPr>
          <p:spPr>
            <a:xfrm flipH="1">
              <a:off x="2841812" y="4831976"/>
              <a:ext cx="578223" cy="7171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F23630BA-1EB7-757A-1C9C-FD311BAF36CC}"/>
                </a:ext>
              </a:extLst>
            </p:cNvPr>
            <p:cNvCxnSpPr/>
            <p:nvPr/>
          </p:nvCxnSpPr>
          <p:spPr>
            <a:xfrm>
              <a:off x="3420035" y="4831976"/>
              <a:ext cx="640977" cy="7171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E71D3BFF-D435-5ECD-6ED9-C40FA9B0B1A3}"/>
                </a:ext>
              </a:extLst>
            </p:cNvPr>
            <p:cNvCxnSpPr/>
            <p:nvPr/>
          </p:nvCxnSpPr>
          <p:spPr>
            <a:xfrm>
              <a:off x="2653553" y="3675529"/>
              <a:ext cx="159571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CC742D3-5D9B-0A58-F1FB-571E5FF42796}"/>
              </a:ext>
            </a:extLst>
          </p:cNvPr>
          <p:cNvCxnSpPr>
            <a:cxnSpLocks/>
          </p:cNvCxnSpPr>
          <p:nvPr/>
        </p:nvCxnSpPr>
        <p:spPr>
          <a:xfrm>
            <a:off x="3541061" y="3429000"/>
            <a:ext cx="923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C6D11F9-5A96-DD73-7B13-6B3A685B75B8}"/>
              </a:ext>
            </a:extLst>
          </p:cNvPr>
          <p:cNvSpPr/>
          <p:nvPr/>
        </p:nvSpPr>
        <p:spPr>
          <a:xfrm>
            <a:off x="4733369" y="2250140"/>
            <a:ext cx="1541929" cy="23829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IBSCR</a:t>
            </a:r>
          </a:p>
          <a:p>
            <a:pPr algn="ctr"/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algn="ctr"/>
            <a:endParaRPr lang="zh-TW" altLang="en-US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8CD3B2A-A55C-E283-F8D8-920EB476D553}"/>
              </a:ext>
            </a:extLst>
          </p:cNvPr>
          <p:cNvSpPr/>
          <p:nvPr/>
        </p:nvSpPr>
        <p:spPr>
          <a:xfrm>
            <a:off x="4763059" y="3441629"/>
            <a:ext cx="1489262" cy="70821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  <a:endParaRPr lang="zh-TW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75CA59F-459A-C7FF-60FE-B04AED58A185}"/>
              </a:ext>
            </a:extLst>
          </p:cNvPr>
          <p:cNvCxnSpPr>
            <a:cxnSpLocks/>
          </p:cNvCxnSpPr>
          <p:nvPr/>
        </p:nvCxnSpPr>
        <p:spPr>
          <a:xfrm>
            <a:off x="6589061" y="3415553"/>
            <a:ext cx="9233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磁碟 16">
            <a:extLst>
              <a:ext uri="{FF2B5EF4-FFF2-40B4-BE49-F238E27FC236}">
                <a16:creationId xmlns:a16="http://schemas.microsoft.com/office/drawing/2014/main" id="{78978C1E-5C13-CD5A-F936-7F142FADE059}"/>
              </a:ext>
            </a:extLst>
          </p:cNvPr>
          <p:cNvSpPr/>
          <p:nvPr/>
        </p:nvSpPr>
        <p:spPr>
          <a:xfrm>
            <a:off x="7826189" y="2660601"/>
            <a:ext cx="1461245" cy="1718657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模式指令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37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</Words>
  <Application>Microsoft Office PowerPoint</Application>
  <PresentationFormat>寬螢幕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啟軒 高</dc:creator>
  <cp:lastModifiedBy>啟軒 高</cp:lastModifiedBy>
  <cp:revision>15</cp:revision>
  <dcterms:created xsi:type="dcterms:W3CDTF">2025-10-16T06:19:15Z</dcterms:created>
  <dcterms:modified xsi:type="dcterms:W3CDTF">2025-11-23T05:16:51Z</dcterms:modified>
</cp:coreProperties>
</file>